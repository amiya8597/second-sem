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CE895-7219-4A74-E098-F3171B736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EECD71-2571-7BA8-BB09-A03F29F5D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0820E-8842-A781-6117-2875CC89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3D385-7F7C-491C-9581-E18BE0DC6590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0B617-1309-D2D1-2267-DA8305151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FCA83-3D99-063D-28F3-414AB815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791F-A4EA-4CA5-BA8B-34AB64FF8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727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04B84-1938-A210-D658-2EDAEDE63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B3BE2-FECA-8380-4A34-867EE9F23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6AB99-4E54-1B1E-80BF-693ACD12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3D385-7F7C-491C-9581-E18BE0DC6590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1A386-5228-C1B3-9BE6-9B22CD4ED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61BD5-437B-D60C-272C-FB08EE87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791F-A4EA-4CA5-BA8B-34AB64FF8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383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20029-CD67-1D98-D54D-56719AB27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CC34B-C157-E448-15FC-EEA882184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B68EA-118E-6642-AEBF-962846208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3D385-7F7C-491C-9581-E18BE0DC6590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8ABF2-5169-366F-3160-ABBF89913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99466-A3FC-76B6-569C-BA4ADFE26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791F-A4EA-4CA5-BA8B-34AB64FF8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743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10CE-81FC-6404-D4BD-66F12645E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CD5EF-3711-4810-6D83-D86A6884E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E0B78-FB26-07F3-87FC-E4C022CF9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748FA-ECD7-F94A-1DD9-0F4F9B702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3D385-7F7C-491C-9581-E18BE0DC6590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68A54-2BCD-7F60-4FFA-C683A9A26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583AC-4CC6-2A51-EE39-B4D4DEAB1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791F-A4EA-4CA5-BA8B-34AB64FF8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753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B6F2D-E58E-A769-5AC9-4CB8A974F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033A1A-C004-E962-A073-5473C9DCB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4D8485-208D-B007-3ABE-19D378698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4D9296-CCAD-E228-9884-0856C23AA5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C8D8D6-A832-D3A7-60C9-106CF4F5E0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C9DCE7-BC69-70C8-F0EF-811E9853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3D385-7F7C-491C-9581-E18BE0DC6590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3E36B-9395-B4E5-AAC0-A54B27C2F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0A958B-93C9-923D-16F2-73E0D0A39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791F-A4EA-4CA5-BA8B-34AB64FF8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411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D1DCC-A331-F81B-1395-8F8A016AC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60B589-168D-8CE7-AE56-1C25F60F0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3D385-7F7C-491C-9581-E18BE0DC6590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B2A72-1703-2A32-0961-A118F0927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2BB8B-9F2C-9522-73EF-F1B83ABE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791F-A4EA-4CA5-BA8B-34AB64FF8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622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00FB6E-3D67-E8AA-C918-8502D2E84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3D385-7F7C-491C-9581-E18BE0DC6590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FF7B4C-AD47-701C-BA3E-B78D09E6D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02EED-AA63-BD2C-A0A6-DC9E92F55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791F-A4EA-4CA5-BA8B-34AB64FF8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92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4CC2D-6FDB-1243-4776-DAA3A6869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FC6B1-53B9-7D10-C92A-33CBEE7EE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672EC3-8BDA-651D-FE2B-52D7169D6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85031-5CCF-6C31-6E36-0F1381674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3D385-7F7C-491C-9581-E18BE0DC6590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55819-D6BE-F68F-5D44-1C79364BC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94C1A-B0F1-1B04-5159-315314E91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791F-A4EA-4CA5-BA8B-34AB64FF8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316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804BB-EC53-FFB0-61B5-49F3080A8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F8DC71-14AE-0A06-241E-5DDE111593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86DE7C-68A0-0B28-0053-A49B614CC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B3CDE-A4D1-A1F7-34C9-F752E6BFE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3D385-7F7C-491C-9581-E18BE0DC6590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6ECE8-234B-F57F-E8F4-4ED401062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9884A-FE01-1A47-A2EE-1AEA40437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791F-A4EA-4CA5-BA8B-34AB64FF8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251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90CF0-8647-AB41-B8C8-AC9178F0B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0ABC16-013A-5626-CAE2-62FA3764E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8D501-811E-7440-AC84-697E50DD8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3D385-7F7C-491C-9581-E18BE0DC6590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735A6-FC9C-DA9F-817C-DD272231A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C3B70-AA88-1C9A-F1FC-898BCE797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791F-A4EA-4CA5-BA8B-34AB64FF8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308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2E761-D120-2FBC-5E19-9600F04488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F9876F-35E4-ED57-F78C-4A034BE42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AC3F9-1094-385A-8489-3578ADBA1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3D385-7F7C-491C-9581-E18BE0DC6590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A5C13-7352-526D-C2D6-6DD039057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F19BA-6FB8-CDC5-B008-A0F220BBF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2791F-A4EA-4CA5-BA8B-34AB64FF8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421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4C9852-CBA5-68CB-82A0-7AD0192A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DEF19-21D4-63E2-1834-EC6565621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3CDE6-E674-29D8-EB40-A720E5DA04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3D385-7F7C-491C-9581-E18BE0DC6590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E2EC7-5943-1D9A-2B81-F1F6A657E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9E651-F538-7782-66B2-14DB41526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2791F-A4EA-4CA5-BA8B-34AB64FF8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798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A9186-9C3F-0915-4F9E-46BB9EB7C6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Bahdanau</a:t>
            </a:r>
            <a:r>
              <a:rPr lang="en-IN" dirty="0"/>
              <a:t> (Additive) Attention Mechanism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A289E6-88B4-D938-7457-D24FC89DD4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Neural Machine Translation using Attention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5674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90A0C-DD07-4AAB-AD8A-BD24DA264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2A24F-AD12-67AB-E238-DF2AA6517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Implement a Seq2Seq model with </a:t>
            </a:r>
            <a:r>
              <a:rPr lang="en-US" dirty="0" err="1"/>
              <a:t>Bahdanau</a:t>
            </a:r>
            <a:r>
              <a:rPr lang="en-US" dirty="0"/>
              <a:t> Attention and analyze attention weights without full training.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Dataset</a:t>
            </a:r>
          </a:p>
          <a:p>
            <a:r>
              <a:rPr lang="en-US" dirty="0"/>
              <a:t>Use a small English-French dataset. Example:</a:t>
            </a:r>
          </a:p>
          <a:p>
            <a:r>
              <a:rPr lang="en-US" dirty="0"/>
              <a:t>I am happy → Je suis </a:t>
            </a:r>
            <a:r>
              <a:rPr lang="en-US" dirty="0" err="1"/>
              <a:t>heureux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# Toy dataset</a:t>
            </a:r>
          </a:p>
          <a:p>
            <a:pPr marL="0" indent="0">
              <a:buNone/>
            </a:pPr>
            <a:r>
              <a:rPr lang="en-US" dirty="0" err="1"/>
              <a:t>input_texts</a:t>
            </a:r>
            <a:r>
              <a:rPr lang="en-US" dirty="0"/>
              <a:t> = ['</a:t>
            </a:r>
            <a:r>
              <a:rPr lang="en-US" dirty="0" err="1"/>
              <a:t>i</a:t>
            </a:r>
            <a:r>
              <a:rPr lang="en-US" dirty="0"/>
              <a:t> am happy', '</a:t>
            </a:r>
            <a:r>
              <a:rPr lang="en-US" dirty="0" err="1"/>
              <a:t>i</a:t>
            </a:r>
            <a:r>
              <a:rPr lang="en-US" dirty="0"/>
              <a:t> love you', 'he is good']</a:t>
            </a:r>
          </a:p>
          <a:p>
            <a:pPr marL="0" indent="0">
              <a:buNone/>
            </a:pPr>
            <a:r>
              <a:rPr lang="en-US" dirty="0" err="1"/>
              <a:t>target_texts</a:t>
            </a:r>
            <a:r>
              <a:rPr lang="en-US" dirty="0"/>
              <a:t> = ['je suis </a:t>
            </a:r>
            <a:r>
              <a:rPr lang="en-US" dirty="0" err="1"/>
              <a:t>heureux</a:t>
            </a:r>
            <a:r>
              <a:rPr lang="en-US" dirty="0"/>
              <a:t>', 'je t </a:t>
            </a:r>
            <a:r>
              <a:rPr lang="en-US" dirty="0" err="1"/>
              <a:t>aime</a:t>
            </a:r>
            <a:r>
              <a:rPr lang="en-US" dirty="0"/>
              <a:t>', 'il est bon']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1909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A7278-9792-37A5-9CFD-35CA0575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6F270-5088-AF4A-D159-C97FD4E46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tokenizer = </a:t>
            </a:r>
            <a:r>
              <a:rPr lang="en-IN" dirty="0" err="1"/>
              <a:t>tf.keras.preprocessing.text.Tokenizer</a:t>
            </a:r>
            <a:r>
              <a:rPr lang="en-IN" dirty="0"/>
              <a:t>(filters='')</a:t>
            </a:r>
          </a:p>
          <a:p>
            <a:pPr marL="0" indent="0">
              <a:buNone/>
            </a:pPr>
            <a:r>
              <a:rPr lang="en-IN" dirty="0" err="1"/>
              <a:t>tokenizer.fit_on_texts</a:t>
            </a:r>
            <a:r>
              <a:rPr lang="en-IN" dirty="0"/>
              <a:t>(</a:t>
            </a:r>
            <a:r>
              <a:rPr lang="en-IN" dirty="0" err="1"/>
              <a:t>input_texts</a:t>
            </a:r>
            <a:r>
              <a:rPr lang="en-IN" dirty="0"/>
              <a:t> + </a:t>
            </a:r>
            <a:r>
              <a:rPr lang="en-IN" dirty="0" err="1"/>
              <a:t>target_texts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input_seq</a:t>
            </a:r>
            <a:r>
              <a:rPr lang="en-IN" dirty="0"/>
              <a:t> = </a:t>
            </a:r>
            <a:r>
              <a:rPr lang="en-IN" dirty="0" err="1"/>
              <a:t>tokenizer.texts_to_sequences</a:t>
            </a:r>
            <a:r>
              <a:rPr lang="en-IN" dirty="0"/>
              <a:t>(</a:t>
            </a:r>
            <a:r>
              <a:rPr lang="en-IN" dirty="0" err="1"/>
              <a:t>input_texts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 err="1"/>
              <a:t>target_seq</a:t>
            </a:r>
            <a:r>
              <a:rPr lang="en-IN" dirty="0"/>
              <a:t> = </a:t>
            </a:r>
            <a:r>
              <a:rPr lang="en-IN" dirty="0" err="1"/>
              <a:t>tokenizer.texts_to_sequences</a:t>
            </a:r>
            <a:r>
              <a:rPr lang="en-IN" dirty="0"/>
              <a:t>(</a:t>
            </a:r>
            <a:r>
              <a:rPr lang="en-IN" dirty="0" err="1"/>
              <a:t>target_texts</a:t>
            </a:r>
            <a:r>
              <a:rPr lang="en-IN" dirty="0"/>
              <a:t>)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 err="1"/>
              <a:t>input_seq</a:t>
            </a:r>
            <a:r>
              <a:rPr lang="en-IN" dirty="0"/>
              <a:t> = </a:t>
            </a:r>
            <a:r>
              <a:rPr lang="en-IN" dirty="0" err="1"/>
              <a:t>tf.keras.preprocessing.sequence.pad_sequences</a:t>
            </a:r>
            <a:r>
              <a:rPr lang="en-IN" dirty="0"/>
              <a:t>(</a:t>
            </a:r>
            <a:r>
              <a:rPr lang="en-IN" dirty="0" err="1"/>
              <a:t>input_seq</a:t>
            </a:r>
            <a:r>
              <a:rPr lang="en-IN" dirty="0"/>
              <a:t>, padding='post')</a:t>
            </a:r>
          </a:p>
          <a:p>
            <a:pPr marL="0" indent="0">
              <a:buNone/>
            </a:pPr>
            <a:r>
              <a:rPr lang="en-IN" dirty="0" err="1"/>
              <a:t>target_seq</a:t>
            </a:r>
            <a:r>
              <a:rPr lang="en-IN" dirty="0"/>
              <a:t> = </a:t>
            </a:r>
            <a:r>
              <a:rPr lang="en-IN" dirty="0" err="1"/>
              <a:t>tf.keras.preprocessing.sequence.pad_sequences</a:t>
            </a:r>
            <a:r>
              <a:rPr lang="en-IN" dirty="0"/>
              <a:t>(</a:t>
            </a:r>
            <a:r>
              <a:rPr lang="en-IN" dirty="0" err="1"/>
              <a:t>target_seq</a:t>
            </a:r>
            <a:r>
              <a:rPr lang="en-IN" dirty="0"/>
              <a:t>, padding='post')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49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71A28-4FF3-DEF7-0BF1-903B650FF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D6BC1-8D85-2D48-2E7E-D74D94681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def </a:t>
            </a:r>
            <a:r>
              <a:rPr lang="en-IN" dirty="0" err="1"/>
              <a:t>build_encoder</a:t>
            </a:r>
            <a:r>
              <a:rPr lang="en-IN" dirty="0"/>
              <a:t>(</a:t>
            </a:r>
            <a:r>
              <a:rPr lang="en-IN" dirty="0" err="1"/>
              <a:t>vocab_size</a:t>
            </a:r>
            <a:r>
              <a:rPr lang="en-IN" dirty="0"/>
              <a:t>, </a:t>
            </a:r>
            <a:r>
              <a:rPr lang="en-IN" dirty="0" err="1"/>
              <a:t>embedding_dim</a:t>
            </a:r>
            <a:r>
              <a:rPr lang="en-IN" dirty="0"/>
              <a:t>, </a:t>
            </a:r>
            <a:r>
              <a:rPr lang="en-IN" dirty="0" err="1"/>
              <a:t>enc_units</a:t>
            </a:r>
            <a:r>
              <a:rPr lang="en-IN" dirty="0"/>
              <a:t>):</a:t>
            </a:r>
          </a:p>
          <a:p>
            <a:pPr marL="0" indent="0">
              <a:buNone/>
            </a:pPr>
            <a:r>
              <a:rPr lang="en-IN" dirty="0"/>
              <a:t>    encoder = </a:t>
            </a:r>
            <a:r>
              <a:rPr lang="en-IN" dirty="0" err="1"/>
              <a:t>tf.keras.Sequential</a:t>
            </a:r>
            <a:r>
              <a:rPr lang="en-IN" dirty="0"/>
              <a:t>([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tf.keras.layers.Embedding</a:t>
            </a:r>
            <a:r>
              <a:rPr lang="en-IN" dirty="0"/>
              <a:t>(</a:t>
            </a:r>
            <a:r>
              <a:rPr lang="en-IN" dirty="0" err="1"/>
              <a:t>vocab_size</a:t>
            </a:r>
            <a:r>
              <a:rPr lang="en-IN" dirty="0"/>
              <a:t>, </a:t>
            </a:r>
            <a:r>
              <a:rPr lang="en-IN" dirty="0" err="1"/>
              <a:t>embedding_dim</a:t>
            </a:r>
            <a:r>
              <a:rPr lang="en-IN" dirty="0"/>
              <a:t>),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tf.keras.layers.GRU</a:t>
            </a:r>
            <a:r>
              <a:rPr lang="en-IN" dirty="0"/>
              <a:t>(</a:t>
            </a:r>
            <a:r>
              <a:rPr lang="en-IN" dirty="0" err="1"/>
              <a:t>enc_units</a:t>
            </a:r>
            <a:r>
              <a:rPr lang="en-IN" dirty="0"/>
              <a:t>, </a:t>
            </a:r>
            <a:r>
              <a:rPr lang="en-IN" dirty="0" err="1"/>
              <a:t>return_sequences</a:t>
            </a:r>
            <a:r>
              <a:rPr lang="en-IN" dirty="0"/>
              <a:t>=True, </a:t>
            </a:r>
            <a:r>
              <a:rPr lang="en-IN" dirty="0" err="1"/>
              <a:t>return_state</a:t>
            </a:r>
            <a:r>
              <a:rPr lang="en-IN" dirty="0"/>
              <a:t>=True)</a:t>
            </a:r>
          </a:p>
          <a:p>
            <a:pPr marL="0" indent="0">
              <a:buNone/>
            </a:pPr>
            <a:r>
              <a:rPr lang="en-IN" dirty="0"/>
              <a:t>    ])</a:t>
            </a:r>
          </a:p>
          <a:p>
            <a:pPr marL="0" indent="0">
              <a:buNone/>
            </a:pPr>
            <a:r>
              <a:rPr lang="en-IN" dirty="0"/>
              <a:t>    return encoder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3571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331FB-0472-3ACE-DB46-C89934297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Bahdanau</a:t>
            </a:r>
            <a:r>
              <a:rPr lang="en-IN" dirty="0"/>
              <a:t> 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F59E5-54AE-BEAC-0FB0-CC41F072D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964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class </a:t>
            </a:r>
            <a:r>
              <a:rPr lang="en-IN" dirty="0" err="1"/>
              <a:t>BahdanauAttention</a:t>
            </a:r>
            <a:r>
              <a:rPr lang="en-IN" dirty="0"/>
              <a:t>(</a:t>
            </a:r>
            <a:r>
              <a:rPr lang="en-IN" dirty="0" err="1"/>
              <a:t>tf.keras.layers.Layer</a:t>
            </a:r>
            <a:r>
              <a:rPr lang="en-IN" dirty="0"/>
              <a:t>):</a:t>
            </a:r>
          </a:p>
          <a:p>
            <a:pPr marL="0" indent="0">
              <a:buNone/>
            </a:pPr>
            <a:r>
              <a:rPr lang="en-IN" dirty="0"/>
              <a:t>    def __</a:t>
            </a:r>
            <a:r>
              <a:rPr lang="en-IN" dirty="0" err="1"/>
              <a:t>init</a:t>
            </a:r>
            <a:r>
              <a:rPr lang="en-IN" dirty="0"/>
              <a:t>__(self, units):</a:t>
            </a:r>
          </a:p>
          <a:p>
            <a:pPr marL="0" indent="0">
              <a:buNone/>
            </a:pPr>
            <a:r>
              <a:rPr lang="en-IN" dirty="0"/>
              <a:t>        super().__</a:t>
            </a:r>
            <a:r>
              <a:rPr lang="en-IN" dirty="0" err="1"/>
              <a:t>init</a:t>
            </a:r>
            <a:r>
              <a:rPr lang="en-IN" dirty="0"/>
              <a:t>__()</a:t>
            </a:r>
          </a:p>
          <a:p>
            <a:pPr marL="0" indent="0">
              <a:buNone/>
            </a:pPr>
            <a:r>
              <a:rPr lang="en-IN" dirty="0"/>
              <a:t>        self.W1 = </a:t>
            </a:r>
            <a:r>
              <a:rPr lang="en-IN" dirty="0" err="1"/>
              <a:t>tf.keras.layers.Dense</a:t>
            </a:r>
            <a:r>
              <a:rPr lang="en-IN" dirty="0"/>
              <a:t>(units)</a:t>
            </a:r>
          </a:p>
          <a:p>
            <a:pPr marL="0" indent="0">
              <a:buNone/>
            </a:pPr>
            <a:r>
              <a:rPr lang="en-IN" dirty="0"/>
              <a:t>        self.W2 = </a:t>
            </a:r>
            <a:r>
              <a:rPr lang="en-IN" dirty="0" err="1"/>
              <a:t>tf.keras.layers.Dense</a:t>
            </a:r>
            <a:r>
              <a:rPr lang="en-IN" dirty="0"/>
              <a:t>(units)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self.V</a:t>
            </a:r>
            <a:r>
              <a:rPr lang="en-IN" dirty="0"/>
              <a:t> = </a:t>
            </a:r>
            <a:r>
              <a:rPr lang="en-IN" dirty="0" err="1"/>
              <a:t>tf.keras.layers.Dense</a:t>
            </a:r>
            <a:r>
              <a:rPr lang="en-IN" dirty="0"/>
              <a:t>(1)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    def call(self, query, values):</a:t>
            </a:r>
          </a:p>
          <a:p>
            <a:pPr marL="0" indent="0">
              <a:buNone/>
            </a:pPr>
            <a:r>
              <a:rPr lang="en-IN" dirty="0"/>
              <a:t>        query = </a:t>
            </a:r>
            <a:r>
              <a:rPr lang="en-IN" dirty="0" err="1"/>
              <a:t>tf.expand_dims</a:t>
            </a:r>
            <a:r>
              <a:rPr lang="en-IN" dirty="0"/>
              <a:t>(query, 1)</a:t>
            </a:r>
          </a:p>
          <a:p>
            <a:pPr marL="0" indent="0">
              <a:buNone/>
            </a:pPr>
            <a:r>
              <a:rPr lang="en-IN" dirty="0"/>
              <a:t>        score = </a:t>
            </a:r>
            <a:r>
              <a:rPr lang="en-IN" dirty="0" err="1"/>
              <a:t>self.V</a:t>
            </a:r>
            <a:r>
              <a:rPr lang="en-IN" dirty="0"/>
              <a:t>(</a:t>
            </a:r>
            <a:r>
              <a:rPr lang="en-IN" dirty="0" err="1"/>
              <a:t>tf.nn.tanh</a:t>
            </a:r>
            <a:r>
              <a:rPr lang="en-IN" dirty="0"/>
              <a:t>(self.W1(values) + self.W2(query)))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attention_weights</a:t>
            </a:r>
            <a:r>
              <a:rPr lang="en-IN" dirty="0"/>
              <a:t> = </a:t>
            </a:r>
            <a:r>
              <a:rPr lang="en-IN" dirty="0" err="1"/>
              <a:t>tf.nn.softmax</a:t>
            </a:r>
            <a:r>
              <a:rPr lang="en-IN" dirty="0"/>
              <a:t>(score, axis=1)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context_vector</a:t>
            </a:r>
            <a:r>
              <a:rPr lang="en-IN" dirty="0"/>
              <a:t> = </a:t>
            </a:r>
            <a:r>
              <a:rPr lang="en-IN" dirty="0" err="1"/>
              <a:t>attention_weights</a:t>
            </a:r>
            <a:r>
              <a:rPr lang="en-IN" dirty="0"/>
              <a:t> * values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context_vector</a:t>
            </a:r>
            <a:r>
              <a:rPr lang="en-IN" dirty="0"/>
              <a:t> = </a:t>
            </a:r>
            <a:r>
              <a:rPr lang="en-IN" dirty="0" err="1"/>
              <a:t>tf.reduce_sum</a:t>
            </a:r>
            <a:r>
              <a:rPr lang="en-IN" dirty="0"/>
              <a:t>(</a:t>
            </a:r>
            <a:r>
              <a:rPr lang="en-IN" dirty="0" err="1"/>
              <a:t>context_vector</a:t>
            </a:r>
            <a:r>
              <a:rPr lang="en-IN" dirty="0"/>
              <a:t>, axis=1)</a:t>
            </a:r>
          </a:p>
          <a:p>
            <a:pPr marL="0" indent="0">
              <a:buNone/>
            </a:pPr>
            <a:r>
              <a:rPr lang="en-IN" dirty="0"/>
              <a:t>        return </a:t>
            </a:r>
            <a:r>
              <a:rPr lang="en-IN" dirty="0" err="1"/>
              <a:t>context_vector</a:t>
            </a:r>
            <a:r>
              <a:rPr lang="en-IN" dirty="0"/>
              <a:t>, </a:t>
            </a:r>
            <a:r>
              <a:rPr lang="en-IN" dirty="0" err="1"/>
              <a:t>attention_weights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0325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55DC7-AB10-8BBC-EF54-F3D790227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574"/>
            <a:ext cx="10515600" cy="1325563"/>
          </a:xfrm>
        </p:spPr>
        <p:txBody>
          <a:bodyPr/>
          <a:lstStyle/>
          <a:p>
            <a:r>
              <a:rPr lang="en-IN" dirty="0"/>
              <a:t>Decoder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209F9-31E0-5203-7DAD-D5359705A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7020"/>
            <a:ext cx="10515600" cy="542740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class Decoder(</a:t>
            </a:r>
            <a:r>
              <a:rPr lang="en-IN" dirty="0" err="1"/>
              <a:t>tf.keras.Model</a:t>
            </a:r>
            <a:r>
              <a:rPr lang="en-IN" dirty="0"/>
              <a:t>):</a:t>
            </a:r>
          </a:p>
          <a:p>
            <a:pPr marL="0" indent="0">
              <a:buNone/>
            </a:pPr>
            <a:r>
              <a:rPr lang="en-IN" dirty="0"/>
              <a:t>    def __</a:t>
            </a:r>
            <a:r>
              <a:rPr lang="en-IN" dirty="0" err="1"/>
              <a:t>init</a:t>
            </a:r>
            <a:r>
              <a:rPr lang="en-IN" dirty="0"/>
              <a:t>__(self, </a:t>
            </a:r>
            <a:r>
              <a:rPr lang="en-IN" dirty="0" err="1"/>
              <a:t>vocab_size</a:t>
            </a:r>
            <a:r>
              <a:rPr lang="en-IN" dirty="0"/>
              <a:t>, </a:t>
            </a:r>
            <a:r>
              <a:rPr lang="en-IN" dirty="0" err="1"/>
              <a:t>embedding_dim</a:t>
            </a:r>
            <a:r>
              <a:rPr lang="en-IN" dirty="0"/>
              <a:t>, units):</a:t>
            </a:r>
          </a:p>
          <a:p>
            <a:pPr marL="0" indent="0">
              <a:buNone/>
            </a:pPr>
            <a:r>
              <a:rPr lang="en-IN" dirty="0"/>
              <a:t>        super().__</a:t>
            </a:r>
            <a:r>
              <a:rPr lang="en-IN" dirty="0" err="1"/>
              <a:t>init</a:t>
            </a:r>
            <a:r>
              <a:rPr lang="en-IN" dirty="0"/>
              <a:t>__()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self.embedding</a:t>
            </a:r>
            <a:r>
              <a:rPr lang="en-IN" dirty="0"/>
              <a:t> = </a:t>
            </a:r>
            <a:r>
              <a:rPr lang="en-IN" dirty="0" err="1"/>
              <a:t>tf.keras.layers.Embedding</a:t>
            </a:r>
            <a:r>
              <a:rPr lang="en-IN" dirty="0"/>
              <a:t>(</a:t>
            </a:r>
            <a:r>
              <a:rPr lang="en-IN" dirty="0" err="1"/>
              <a:t>vocab_size</a:t>
            </a:r>
            <a:r>
              <a:rPr lang="en-IN" dirty="0"/>
              <a:t>, </a:t>
            </a:r>
            <a:r>
              <a:rPr lang="en-IN" dirty="0" err="1"/>
              <a:t>embedding_dim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self.gru</a:t>
            </a:r>
            <a:r>
              <a:rPr lang="en-IN" dirty="0"/>
              <a:t> = </a:t>
            </a:r>
            <a:r>
              <a:rPr lang="en-IN" dirty="0" err="1"/>
              <a:t>tf.keras.layers.GRU</a:t>
            </a:r>
            <a:r>
              <a:rPr lang="en-IN" dirty="0"/>
              <a:t>(units, </a:t>
            </a:r>
            <a:r>
              <a:rPr lang="en-IN" dirty="0" err="1"/>
              <a:t>return_sequences</a:t>
            </a:r>
            <a:r>
              <a:rPr lang="en-IN" dirty="0"/>
              <a:t>=True, </a:t>
            </a:r>
            <a:r>
              <a:rPr lang="en-IN" dirty="0" err="1"/>
              <a:t>return_state</a:t>
            </a:r>
            <a:r>
              <a:rPr lang="en-IN" dirty="0"/>
              <a:t>=True)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self.fc</a:t>
            </a:r>
            <a:r>
              <a:rPr lang="en-IN" dirty="0"/>
              <a:t> = </a:t>
            </a:r>
            <a:r>
              <a:rPr lang="en-IN" dirty="0" err="1"/>
              <a:t>tf.keras.layers.Dense</a:t>
            </a:r>
            <a:r>
              <a:rPr lang="en-IN" dirty="0"/>
              <a:t>(</a:t>
            </a:r>
            <a:r>
              <a:rPr lang="en-IN" dirty="0" err="1"/>
              <a:t>vocab_size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self.attention</a:t>
            </a:r>
            <a:r>
              <a:rPr lang="en-IN" dirty="0"/>
              <a:t> = </a:t>
            </a:r>
            <a:r>
              <a:rPr lang="en-IN" dirty="0" err="1"/>
              <a:t>BahdanauAttention</a:t>
            </a:r>
            <a:r>
              <a:rPr lang="en-IN" dirty="0"/>
              <a:t>(units)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    def call(self, x, hidden, </a:t>
            </a:r>
            <a:r>
              <a:rPr lang="en-IN" dirty="0" err="1"/>
              <a:t>enc_output</a:t>
            </a:r>
            <a:r>
              <a:rPr lang="en-IN" dirty="0"/>
              <a:t>):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 err="1"/>
              <a:t>context_vector</a:t>
            </a:r>
            <a:r>
              <a:rPr lang="en-IN" dirty="0"/>
              <a:t>, </a:t>
            </a:r>
            <a:r>
              <a:rPr lang="en-IN" dirty="0" err="1"/>
              <a:t>attention_weights</a:t>
            </a:r>
            <a:r>
              <a:rPr lang="en-IN" dirty="0"/>
              <a:t> = </a:t>
            </a:r>
            <a:r>
              <a:rPr lang="en-IN" dirty="0" err="1"/>
              <a:t>self.attention</a:t>
            </a:r>
            <a:r>
              <a:rPr lang="en-IN" dirty="0"/>
              <a:t>(hidden, </a:t>
            </a:r>
            <a:r>
              <a:rPr lang="en-IN" dirty="0" err="1"/>
              <a:t>enc_output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        x = </a:t>
            </a:r>
            <a:r>
              <a:rPr lang="en-IN" dirty="0" err="1"/>
              <a:t>self.embedding</a:t>
            </a:r>
            <a:r>
              <a:rPr lang="en-IN" dirty="0"/>
              <a:t>(x)</a:t>
            </a:r>
          </a:p>
          <a:p>
            <a:pPr marL="0" indent="0">
              <a:buNone/>
            </a:pPr>
            <a:r>
              <a:rPr lang="en-IN" dirty="0"/>
              <a:t>        x = </a:t>
            </a:r>
            <a:r>
              <a:rPr lang="en-IN" dirty="0" err="1"/>
              <a:t>tf.concat</a:t>
            </a:r>
            <a:r>
              <a:rPr lang="en-IN" dirty="0"/>
              <a:t>([</a:t>
            </a:r>
            <a:r>
              <a:rPr lang="en-IN" dirty="0" err="1"/>
              <a:t>tf.expand_dims</a:t>
            </a:r>
            <a:r>
              <a:rPr lang="en-IN" dirty="0"/>
              <a:t>(</a:t>
            </a:r>
            <a:r>
              <a:rPr lang="en-IN" dirty="0" err="1"/>
              <a:t>context_vector</a:t>
            </a:r>
            <a:r>
              <a:rPr lang="en-IN" dirty="0"/>
              <a:t>, 1), x], axis=-1)</a:t>
            </a:r>
          </a:p>
          <a:p>
            <a:pPr marL="0" indent="0">
              <a:buNone/>
            </a:pPr>
            <a:r>
              <a:rPr lang="en-IN" dirty="0"/>
              <a:t>        output, state = </a:t>
            </a:r>
            <a:r>
              <a:rPr lang="en-IN" dirty="0" err="1"/>
              <a:t>self.gru</a:t>
            </a:r>
            <a:r>
              <a:rPr lang="en-IN" dirty="0"/>
              <a:t>(x)</a:t>
            </a:r>
          </a:p>
          <a:p>
            <a:pPr marL="0" indent="0">
              <a:buNone/>
            </a:pPr>
            <a:r>
              <a:rPr lang="en-IN" dirty="0"/>
              <a:t>        output = </a:t>
            </a:r>
            <a:r>
              <a:rPr lang="en-IN" dirty="0" err="1"/>
              <a:t>self.fc</a:t>
            </a:r>
            <a:r>
              <a:rPr lang="en-IN" dirty="0"/>
              <a:t>(output)</a:t>
            </a:r>
          </a:p>
          <a:p>
            <a:pPr marL="0" indent="0">
              <a:buNone/>
            </a:pPr>
            <a:r>
              <a:rPr lang="en-IN" dirty="0"/>
              <a:t>        return output, state, </a:t>
            </a:r>
            <a:r>
              <a:rPr lang="en-IN" dirty="0" err="1"/>
              <a:t>attention_weights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3267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D128-1EBE-07C9-87F9-E7D6FE6E6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Forward Pass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0DC80-2787-54A3-2D65-53A675C33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 err="1"/>
              <a:t>vocab_size</a:t>
            </a:r>
            <a:r>
              <a:rPr lang="en-IN" dirty="0"/>
              <a:t> = </a:t>
            </a:r>
            <a:r>
              <a:rPr lang="en-IN" dirty="0" err="1"/>
              <a:t>len</a:t>
            </a:r>
            <a:r>
              <a:rPr lang="en-IN" dirty="0"/>
              <a:t>(</a:t>
            </a:r>
            <a:r>
              <a:rPr lang="en-IN" dirty="0" err="1"/>
              <a:t>tokenizer.word_index</a:t>
            </a:r>
            <a:r>
              <a:rPr lang="en-IN" dirty="0"/>
              <a:t>) + 1</a:t>
            </a:r>
          </a:p>
          <a:p>
            <a:pPr marL="0" indent="0">
              <a:buNone/>
            </a:pPr>
            <a:r>
              <a:rPr lang="en-IN" dirty="0" err="1"/>
              <a:t>embedding_dim</a:t>
            </a:r>
            <a:r>
              <a:rPr lang="en-IN" dirty="0"/>
              <a:t> = 64</a:t>
            </a:r>
          </a:p>
          <a:p>
            <a:pPr marL="0" indent="0">
              <a:buNone/>
            </a:pPr>
            <a:r>
              <a:rPr lang="en-IN" dirty="0"/>
              <a:t>units = 128</a:t>
            </a:r>
          </a:p>
          <a:p>
            <a:pPr marL="0" indent="0">
              <a:buNone/>
            </a:pPr>
            <a:r>
              <a:rPr lang="en-IN" dirty="0"/>
              <a:t>encoder = </a:t>
            </a:r>
            <a:r>
              <a:rPr lang="en-IN" dirty="0" err="1"/>
              <a:t>build_encoder</a:t>
            </a:r>
            <a:r>
              <a:rPr lang="en-IN" dirty="0"/>
              <a:t>(</a:t>
            </a:r>
            <a:r>
              <a:rPr lang="en-IN" dirty="0" err="1"/>
              <a:t>vocab_size</a:t>
            </a:r>
            <a:r>
              <a:rPr lang="en-IN" dirty="0"/>
              <a:t>, </a:t>
            </a:r>
            <a:r>
              <a:rPr lang="en-IN" dirty="0" err="1"/>
              <a:t>embedding_dim</a:t>
            </a:r>
            <a:r>
              <a:rPr lang="en-IN" dirty="0"/>
              <a:t>, units)</a:t>
            </a:r>
          </a:p>
          <a:p>
            <a:pPr marL="0" indent="0">
              <a:buNone/>
            </a:pPr>
            <a:r>
              <a:rPr lang="en-IN" dirty="0"/>
              <a:t>decoder = Decoder(</a:t>
            </a:r>
            <a:r>
              <a:rPr lang="en-IN" dirty="0" err="1"/>
              <a:t>vocab_size</a:t>
            </a:r>
            <a:r>
              <a:rPr lang="en-IN" dirty="0"/>
              <a:t>, </a:t>
            </a:r>
            <a:r>
              <a:rPr lang="en-IN" dirty="0" err="1"/>
              <a:t>embedding_dim</a:t>
            </a:r>
            <a:r>
              <a:rPr lang="en-IN" dirty="0"/>
              <a:t>, units)</a:t>
            </a:r>
          </a:p>
          <a:p>
            <a:pPr marL="0" indent="0">
              <a:buNone/>
            </a:pPr>
            <a:r>
              <a:rPr lang="en-IN" dirty="0" err="1"/>
              <a:t>sample_input</a:t>
            </a:r>
            <a:r>
              <a:rPr lang="en-IN" dirty="0"/>
              <a:t> = </a:t>
            </a:r>
            <a:r>
              <a:rPr lang="en-IN" dirty="0" err="1"/>
              <a:t>tf.convert_to_tensor</a:t>
            </a:r>
            <a:r>
              <a:rPr lang="en-IN" dirty="0"/>
              <a:t>(</a:t>
            </a:r>
            <a:r>
              <a:rPr lang="en-IN" dirty="0" err="1"/>
              <a:t>input_seq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 err="1"/>
              <a:t>enc_output</a:t>
            </a:r>
            <a:r>
              <a:rPr lang="en-IN" dirty="0"/>
              <a:t>, </a:t>
            </a:r>
            <a:r>
              <a:rPr lang="en-IN" dirty="0" err="1"/>
              <a:t>enc_hidden</a:t>
            </a:r>
            <a:r>
              <a:rPr lang="en-IN" dirty="0"/>
              <a:t> = encoder(</a:t>
            </a:r>
            <a:r>
              <a:rPr lang="en-IN" dirty="0" err="1"/>
              <a:t>sample_input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 err="1"/>
              <a:t>batch_size</a:t>
            </a:r>
            <a:r>
              <a:rPr lang="en-IN" dirty="0"/>
              <a:t> = </a:t>
            </a:r>
            <a:r>
              <a:rPr lang="en-IN" dirty="0" err="1"/>
              <a:t>input_seq.shape</a:t>
            </a:r>
            <a:r>
              <a:rPr lang="en-IN" dirty="0"/>
              <a:t>[0]</a:t>
            </a:r>
          </a:p>
          <a:p>
            <a:pPr marL="0" indent="0">
              <a:buNone/>
            </a:pPr>
            <a:r>
              <a:rPr lang="en-IN" dirty="0" err="1"/>
              <a:t>dec_input</a:t>
            </a:r>
            <a:r>
              <a:rPr lang="en-IN" dirty="0"/>
              <a:t> = </a:t>
            </a:r>
            <a:r>
              <a:rPr lang="en-IN" dirty="0" err="1"/>
              <a:t>tf.expand_dims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    [</a:t>
            </a:r>
            <a:r>
              <a:rPr lang="en-IN" dirty="0" err="1"/>
              <a:t>tokenizer.word_index</a:t>
            </a:r>
            <a:r>
              <a:rPr lang="en-IN" dirty="0"/>
              <a:t>['je']] * </a:t>
            </a:r>
            <a:r>
              <a:rPr lang="en-IN" dirty="0" err="1"/>
              <a:t>batch_size</a:t>
            </a:r>
            <a:r>
              <a:rPr lang="en-IN" dirty="0"/>
              <a:t>, 1</a:t>
            </a:r>
          </a:p>
          <a:p>
            <a:pPr marL="0" indent="0">
              <a:buNone/>
            </a:pP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output, state, attn = decoder(</a:t>
            </a:r>
            <a:r>
              <a:rPr lang="en-IN" dirty="0" err="1"/>
              <a:t>dec_input</a:t>
            </a:r>
            <a:r>
              <a:rPr lang="en-IN" dirty="0"/>
              <a:t>, </a:t>
            </a:r>
            <a:r>
              <a:rPr lang="en-IN" dirty="0" err="1"/>
              <a:t>enc_hidden</a:t>
            </a:r>
            <a:r>
              <a:rPr lang="en-IN" dirty="0"/>
              <a:t>, </a:t>
            </a:r>
            <a:r>
              <a:rPr lang="en-IN" dirty="0" err="1"/>
              <a:t>enc_output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print('Attention weights shape:', </a:t>
            </a:r>
            <a:r>
              <a:rPr lang="en-IN" dirty="0" err="1"/>
              <a:t>attn.shape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5665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BE9FB-84BF-54CD-4D57-2A0B17582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Visualize 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E92AE-7F7E-7D1E-35B1-835B207D9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plt.imshow</a:t>
            </a:r>
            <a:r>
              <a:rPr lang="en-IN" dirty="0"/>
              <a:t>(attn[0].</a:t>
            </a:r>
            <a:r>
              <a:rPr lang="en-IN" dirty="0" err="1"/>
              <a:t>numpy</a:t>
            </a:r>
            <a:r>
              <a:rPr lang="en-IN" dirty="0"/>
              <a:t>(), </a:t>
            </a:r>
            <a:r>
              <a:rPr lang="en-IN" dirty="0" err="1"/>
              <a:t>cmap</a:t>
            </a:r>
            <a:r>
              <a:rPr lang="en-IN" dirty="0"/>
              <a:t>='</a:t>
            </a:r>
            <a:r>
              <a:rPr lang="en-IN" dirty="0" err="1"/>
              <a:t>viridis</a:t>
            </a:r>
            <a:r>
              <a:rPr lang="en-IN" dirty="0"/>
              <a:t>')</a:t>
            </a:r>
          </a:p>
          <a:p>
            <a:pPr marL="0" indent="0">
              <a:buNone/>
            </a:pPr>
            <a:r>
              <a:rPr lang="en-IN" dirty="0" err="1"/>
              <a:t>plt.colorbar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 err="1"/>
              <a:t>plt.title</a:t>
            </a:r>
            <a:r>
              <a:rPr lang="en-IN" dirty="0"/>
              <a:t>('Attention Weights')</a:t>
            </a:r>
          </a:p>
          <a:p>
            <a:pPr marL="0" indent="0">
              <a:buNone/>
            </a:pPr>
            <a:r>
              <a:rPr lang="en-IN" dirty="0" err="1"/>
              <a:t>plt.show</a:t>
            </a:r>
            <a:r>
              <a:rPr lang="en-IN" dirty="0"/>
              <a:t>()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EE2D720-2EFE-29BC-C5FF-F2D0F57FB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872" y="481399"/>
            <a:ext cx="4033837" cy="6114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8719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6871D-2FE0-B547-A0C5-DBBE987AD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67ED4-59BB-342E-9001-D1C03C828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Given the values and query, implement </a:t>
            </a:r>
            <a:r>
              <a:rPr lang="en-IN" dirty="0" err="1"/>
              <a:t>Bahdanau</a:t>
            </a:r>
            <a:r>
              <a:rPr lang="en-IN" dirty="0"/>
              <a:t> Attention and compute:</a:t>
            </a:r>
          </a:p>
          <a:p>
            <a:r>
              <a:rPr lang="en-IN" dirty="0"/>
              <a:t>Attention scores </a:t>
            </a:r>
          </a:p>
          <a:p>
            <a:r>
              <a:rPr lang="en-IN" dirty="0"/>
              <a:t>Attention weights </a:t>
            </a:r>
          </a:p>
          <a:p>
            <a:r>
              <a:rPr lang="en-IN" dirty="0"/>
              <a:t>Context vector </a:t>
            </a:r>
          </a:p>
          <a:p>
            <a:r>
              <a:rPr lang="en-IN" dirty="0"/>
              <a:t>Visualize attention</a:t>
            </a:r>
          </a:p>
          <a:p>
            <a:endParaRPr lang="en-IN" dirty="0"/>
          </a:p>
          <a:p>
            <a:pPr marL="0" indent="0">
              <a:buNone/>
            </a:pPr>
            <a:r>
              <a:rPr lang="fr-FR" dirty="0"/>
              <a:t>values = </a:t>
            </a:r>
            <a:r>
              <a:rPr lang="fr-FR" dirty="0" err="1"/>
              <a:t>tf.constant</a:t>
            </a:r>
            <a:r>
              <a:rPr lang="fr-FR" dirty="0"/>
              <a:t>([[[1.0, 2.0, 0.0],</a:t>
            </a:r>
          </a:p>
          <a:p>
            <a:pPr marL="0" indent="0">
              <a:buNone/>
            </a:pPr>
            <a:r>
              <a:rPr lang="fr-FR" dirty="0"/>
              <a:t>                       [0.0, 1.0, 3.0],</a:t>
            </a:r>
          </a:p>
          <a:p>
            <a:pPr marL="0" indent="0">
              <a:buNone/>
            </a:pPr>
            <a:r>
              <a:rPr lang="fr-FR" dirty="0"/>
              <a:t>                       [2.0, 0.0, 1.0]]])</a:t>
            </a:r>
          </a:p>
          <a:p>
            <a:pPr marL="0" indent="0">
              <a:buNone/>
            </a:pPr>
            <a:r>
              <a:rPr lang="fr-FR" dirty="0" err="1"/>
              <a:t>query</a:t>
            </a:r>
            <a:r>
              <a:rPr lang="fr-FR" dirty="0"/>
              <a:t> = </a:t>
            </a:r>
            <a:r>
              <a:rPr lang="fr-FR" dirty="0" err="1"/>
              <a:t>tf.constant</a:t>
            </a:r>
            <a:r>
              <a:rPr lang="fr-FR" dirty="0"/>
              <a:t>([[1.0, 1.0, 1.0]])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2794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890</Words>
  <Application>Microsoft Office PowerPoint</Application>
  <PresentationFormat>Widescreen</PresentationFormat>
  <Paragraphs>87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Bahdanau (Additive) Attention Mechanism</vt:lpstr>
      <vt:lpstr>Assignment 1</vt:lpstr>
      <vt:lpstr>Tokenization</vt:lpstr>
      <vt:lpstr>Encoder</vt:lpstr>
      <vt:lpstr>Bahdanau Attention</vt:lpstr>
      <vt:lpstr>Decoder</vt:lpstr>
      <vt:lpstr>Forward Pass</vt:lpstr>
      <vt:lpstr>Visualize Attention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Mainak Ghosh</dc:creator>
  <cp:lastModifiedBy>Mainak Ghosh</cp:lastModifiedBy>
  <cp:revision>2</cp:revision>
  <dcterms:created xsi:type="dcterms:W3CDTF">2026-03-29T09:45:38Z</dcterms:created>
  <dcterms:modified xsi:type="dcterms:W3CDTF">2026-03-29T09:46:47Z</dcterms:modified>
</cp:coreProperties>
</file>