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B391-A065-20D3-97FC-8967DB63D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2672F-173C-657B-5FE3-7D618F352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47128-51AB-5B0E-B7DC-DF95ED963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C9DF7-5B6C-45DA-AFA5-1E7D70DB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DE6D6-CD81-90F7-FA52-543D63BC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20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60D6-4649-EB92-B3E4-7BF2C096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034D3-00FE-8BA2-9355-B315204FB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51300-FD21-F8B3-C643-44037E38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E6AE-FE6D-5E17-4AEC-EA5A537C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AE383-E8B9-3980-95B1-6232DDFD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44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F433-48DF-C9D1-DE8D-05CE50796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546B9-E772-0E29-CBE9-3223197AF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4E170-E933-F118-3B69-6A709EFA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BDB57-AAD9-77F0-E81E-9F722B33F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81E35-1BB0-D840-7197-094F406C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327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2CFC-6A00-3BF4-754C-CA7A8AFC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D151C-1B48-B016-4019-DCDDB9021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20327-DB3D-F056-8EEC-CDE445C05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4F377-D0F1-FF6C-E173-FE1D465D5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2515-F836-C9EC-D469-F92084CA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18176-70B0-4C96-B5DD-A53959BA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318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5518E-DBDB-71EC-8855-4A53F5E9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BCF79-7D5F-AF39-9345-95ADC154D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F609E-2808-1B07-99D4-C5D213201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C2B396-7296-BA55-8E44-338887E34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F4F0A-5247-7169-1208-A907F0B901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8211D5-94E8-ADC9-6783-02D576E1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E7C4A0-1E0B-B0F1-D2F4-1A0EB829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21226-F5FA-BDD3-6F83-E25EECA4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80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329D-C4FD-02A8-7ACD-668F0910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858EA-33C8-A3CE-1E7B-848B7848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77D15-7DC6-60FC-0F23-6156C8DBF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E43E2-B540-BAB5-1067-107F6E44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23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A84810-1818-3FA7-3144-DC2E6E5C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53588-3D95-7832-405E-4568C1DE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B8AD5-3C24-120D-BC24-5855BAA3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22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0592-3242-C667-CC61-B772AD33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65754-5198-B2A3-8BE9-235DDE7C2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59BD3-3CBC-7DBC-EFE8-D1E0365B9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DFAB5-FA7A-D1FE-F76C-A95C14AD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E7136-32AF-B2A1-17BC-D72DC828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57577-D953-FD42-31A2-5A78B17B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84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81A1-297C-6944-2F32-E5DD5B79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B19EDC-CABA-902D-3AE4-A9D82129D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2698A-F4B6-039E-591D-8E74BF335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A236C-D731-8AA0-3401-47C2A260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EECD9-1858-D522-9AA4-C36DD173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1EC01-B521-1842-E5B6-08757D2B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68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96C3-5909-16A3-BC8F-410CB1FD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53BFC-7366-1158-AF77-0D5300B45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2AB06-7AFC-A4F5-5D67-4F096F45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986F6-9ED1-A03F-0B6C-FBA134BFC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D78F6-D0AF-C705-8E30-EFB7A678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296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74EC3-2B65-AE02-7AA4-E2B755A64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F0073-AA8F-4439-7E41-50B12EF24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8C79E-6F3E-1E35-C72D-EB7F35FD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40C83-F519-0321-7B0F-2FC44790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02D20-FCED-BF62-8942-E50A244A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743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EE23-57DC-5F93-C8DC-05C543E3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AE4EB-CBA6-3482-6FE1-9AF473AE4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E59D6-3345-93AF-7CBB-3866E3361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6B15-6937-4754-AF65-EC7A0FF03A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A323-24B8-9973-8037-1EB4F943D3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4DD9B-640D-F489-CAC9-305482E1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5B40-C91B-4096-A05E-0EC6164BA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89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589C-F689-D496-E369-45FBF7197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2066259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LeNet Architecture on MINST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711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5BF0-F551-1C3E-F686-1246E16B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5523B-F4BA-64E2-AC31-D3126812C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MNIST Handwritten Digits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60,000 training images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 testing images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size: 28 × 28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 0–9</a:t>
            </a:r>
          </a:p>
        </p:txBody>
      </p:sp>
    </p:spTree>
    <p:extLst>
      <p:ext uri="{BB962C8B-B14F-4D97-AF65-F5344CB8AC3E}">
        <p14:creationId xmlns:p14="http://schemas.microsoft.com/office/powerpoint/2010/main" val="82249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E8B1-9ABF-D571-3CB5-3D0B852E1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9C07-23B5-AB76-DC52-8AA2F88E0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75F68-FE6D-0808-9B64-4D2F5A81A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layers, models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3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40DF0-FEED-BF52-3ABB-CF58CD785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09775-155E-4852-6B59-B0E3FEA0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MNIST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4300F-D647-FF10-969C-37CC8D744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tf.keras.datasets.mnist.load_data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print("Training data shape:",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x_train.shape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print("Testing data shape:",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x_test.shape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GitHub - BorooBoss/2024_PROG2_MNIST_Neural_Network">
            <a:extLst>
              <a:ext uri="{FF2B5EF4-FFF2-40B4-BE49-F238E27FC236}">
                <a16:creationId xmlns:a16="http://schemas.microsoft.com/office/drawing/2014/main" id="{553513C3-B816-DCED-863A-24F03C973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608" y="3542839"/>
            <a:ext cx="623887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74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E193-E070-2CF6-9AF2-D59C1C03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B2DB-A026-B780-342B-F20BED34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Sample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C31DC-1676-C92B-322B-A6F9970DA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=(8, 4))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range(8):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(2, 4,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plt.imshow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f"Label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]}")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plt.axis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('off')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plt.tight_layout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4BA3F-2019-6C9B-F0AF-CE8065B5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077" y="1986116"/>
            <a:ext cx="3480619" cy="34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58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FAC9-BC45-F53D-E582-856D182B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85FB-B79E-8977-5A8D-613DD4343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880EC-20A3-3298-18D9-BDDCC49AF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Normalize pixel values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255.0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255.0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Reshape for CNN input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x_train.reshape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(-1, 28, 28, 1)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x_test.reshape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(-1, 28, 28, 1)</a:t>
            </a:r>
          </a:p>
        </p:txBody>
      </p:sp>
    </p:spTree>
    <p:extLst>
      <p:ext uri="{BB962C8B-B14F-4D97-AF65-F5344CB8AC3E}">
        <p14:creationId xmlns:p14="http://schemas.microsoft.com/office/powerpoint/2010/main" val="864655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986B-F703-A010-11F2-2D7B6B3B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E067C-10CF-CC34-8C1D-1783D08B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CNN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E5471-50B6-146C-1489-1A909FD5B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(28×28×1)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Convolution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Max Pooling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Flatten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Fully Connected Layer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Output (10 classes)</a:t>
            </a:r>
          </a:p>
        </p:txBody>
      </p:sp>
    </p:spTree>
    <p:extLst>
      <p:ext uri="{BB962C8B-B14F-4D97-AF65-F5344CB8AC3E}">
        <p14:creationId xmlns:p14="http://schemas.microsoft.com/office/powerpoint/2010/main" val="403102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F4A8-00FF-E672-97A4-EA1245A7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E2F6-727D-C484-CFDD-C6ED1D15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Basic CNN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43100-F8EF-18FD-8AAA-0936A0DBD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88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models.Sequential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layers.ZeroPadding2D(padding=(1, 1),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=(28, 28, 1)),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layers.Conv2D(filters=8, 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kernel_size</a:t>
            </a:r>
            <a:r>
              <a:rPr lang="en-IN" dirty="0"/>
              <a:t>=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 3),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activation='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=(30, 30, 1)),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layers.MaxPooling2D(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pool_size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=(2, 2), strides=(1, 1)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layers.Flatten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layers.Dense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activation='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model.summary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262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82D57-0C4B-C839-B72C-0DB8CF07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34B3-6CB8-9249-5F4D-D06FCC6A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DD175-B19C-5CA4-9F11-92E5F9F72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model.compile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optimizer='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loss='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sparse_categorical_crossentropy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metrics=['accuracy']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680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31E66-4E9A-79F2-E83B-2C84278C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AD03-532E-63B8-EC27-F1E8E17D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2DD8-DE9F-5377-32A7-939D52AC6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epochs=5,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batch_size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=64,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validation_split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=0.1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780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91A8-BE08-0457-4E1F-937C948D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F058-D835-C190-41EB-919998EA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8E2AF-728C-4040-4A31-CD9738CCE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test_loss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model.evaluate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Accuracy: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100:.2f}%")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403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B63B-514B-4049-ECE2-B34A2D28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DF2A-CCE8-E6AB-938E-D6185A17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762D4-70A4-2325-B6EA-F5C2CBA26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LeNet-5 on MINST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 MNIST images from 28×28 to 32×32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LeNet-5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summary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accuracy and loss 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023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6C26-CD54-3950-671E-BEB01A0D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03EF0-CC0E-0583-3608-7BF4B319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</a:p>
        </p:txBody>
      </p:sp>
      <p:sp>
        <p:nvSpPr>
          <p:cNvPr id="6" name="AutoShape 4" descr="The LeNet-5 Architecture, a convolutional neural network. | Download ...">
            <a:extLst>
              <a:ext uri="{FF2B5EF4-FFF2-40B4-BE49-F238E27FC236}">
                <a16:creationId xmlns:a16="http://schemas.microsoft.com/office/drawing/2014/main" id="{B178C3CB-A797-0055-8399-8F1A51084D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 descr="Key Deep Learning Architectures - LeNet-5 – Max Pechyonkin">
            <a:extLst>
              <a:ext uri="{FF2B5EF4-FFF2-40B4-BE49-F238E27FC236}">
                <a16:creationId xmlns:a16="http://schemas.microsoft.com/office/drawing/2014/main" id="{592A1770-3DE8-DC28-6F92-23EA5FA77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3868"/>
            <a:ext cx="12192000" cy="33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764E27-21CE-2187-A727-2E27F8F6EE7E}"/>
              </a:ext>
            </a:extLst>
          </p:cNvPr>
          <p:cNvSpPr txBox="1"/>
          <p:nvPr/>
        </p:nvSpPr>
        <p:spPr>
          <a:xfrm>
            <a:off x="530942" y="5406385"/>
            <a:ext cx="1038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LeNet Architecture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8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FAFD-1986-FFC9-7FE2-1B3B9680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B2719-5954-514D-658E-E764F24D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(Expected Output)</a:t>
            </a:r>
          </a:p>
        </p:txBody>
      </p:sp>
      <p:sp>
        <p:nvSpPr>
          <p:cNvPr id="6" name="AutoShape 4" descr="The LeNet-5 Architecture, a convolutional neural network. | Download ...">
            <a:extLst>
              <a:ext uri="{FF2B5EF4-FFF2-40B4-BE49-F238E27FC236}">
                <a16:creationId xmlns:a16="http://schemas.microsoft.com/office/drawing/2014/main" id="{E8307382-9226-C3B0-FDCA-FBEB46E5C4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23CEA8-BA79-D85C-43AF-7A7C39A6B904}"/>
              </a:ext>
            </a:extLst>
          </p:cNvPr>
          <p:cNvSpPr txBox="1"/>
          <p:nvPr/>
        </p:nvSpPr>
        <p:spPr>
          <a:xfrm>
            <a:off x="752168" y="1459855"/>
            <a:ext cx="1038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Summary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7AE920-BAFA-DE3D-9EE5-F04E455A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589" y="1459855"/>
            <a:ext cx="5881681" cy="497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64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B4383-8214-B491-6512-7CF8AC297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5BAC-B432-1508-F59B-B03FDD1E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(Expected Output)</a:t>
            </a:r>
          </a:p>
        </p:txBody>
      </p:sp>
      <p:sp>
        <p:nvSpPr>
          <p:cNvPr id="6" name="AutoShape 4" descr="The LeNet-5 Architecture, a convolutional neural network. | Download ...">
            <a:extLst>
              <a:ext uri="{FF2B5EF4-FFF2-40B4-BE49-F238E27FC236}">
                <a16:creationId xmlns:a16="http://schemas.microsoft.com/office/drawing/2014/main" id="{E0D72300-955D-BAB9-04F0-EF1A0759B9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FA102-47EB-A73C-89CB-0ADE64FF4D0A}"/>
              </a:ext>
            </a:extLst>
          </p:cNvPr>
          <p:cNvSpPr txBox="1"/>
          <p:nvPr/>
        </p:nvSpPr>
        <p:spPr>
          <a:xfrm>
            <a:off x="752168" y="1459855"/>
            <a:ext cx="1038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Loss graph (Acc &gt; 98%)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6A28237-4A18-3A8B-D334-D41FF41E8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2190750"/>
            <a:ext cx="11325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91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551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LeNet Architecture on MINST Dataset</vt:lpstr>
      <vt:lpstr>Dataset</vt:lpstr>
      <vt:lpstr>Import Libraries</vt:lpstr>
      <vt:lpstr>Load MNIST Dataset</vt:lpstr>
      <vt:lpstr>Visualize Sample Images</vt:lpstr>
      <vt:lpstr>Data Preprocessing</vt:lpstr>
      <vt:lpstr>Basic CNN Architecture</vt:lpstr>
      <vt:lpstr>Define Basic CNN Model</vt:lpstr>
      <vt:lpstr>Compile the Model</vt:lpstr>
      <vt:lpstr>Train the Model</vt:lpstr>
      <vt:lpstr>Evaluate the Model</vt:lpstr>
      <vt:lpstr>Assignment</vt:lpstr>
      <vt:lpstr>Assignment</vt:lpstr>
      <vt:lpstr>Assignment (Expected Output)</vt:lpstr>
      <vt:lpstr>Assignment (Expected Output)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Mainak Ghosh</dc:creator>
  <cp:lastModifiedBy>Mainak Ghosh</cp:lastModifiedBy>
  <cp:revision>7</cp:revision>
  <dcterms:created xsi:type="dcterms:W3CDTF">2026-01-17T16:20:45Z</dcterms:created>
  <dcterms:modified xsi:type="dcterms:W3CDTF">2026-01-18T10:56:52Z</dcterms:modified>
</cp:coreProperties>
</file>