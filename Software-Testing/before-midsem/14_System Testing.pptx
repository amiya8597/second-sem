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3" r:id="rId3"/>
  </p:sldMasterIdLst>
  <p:notesMasterIdLst>
    <p:notesMasterId r:id="rId41"/>
  </p:notesMasterIdLst>
  <p:handoutMasterIdLst>
    <p:handoutMasterId r:id="rId42"/>
  </p:handoutMasterIdLst>
  <p:sldIdLst>
    <p:sldId id="415" r:id="rId4"/>
    <p:sldId id="805" r:id="rId5"/>
    <p:sldId id="806" r:id="rId6"/>
    <p:sldId id="909" r:id="rId7"/>
    <p:sldId id="910" r:id="rId8"/>
    <p:sldId id="807" r:id="rId9"/>
    <p:sldId id="911" r:id="rId10"/>
    <p:sldId id="912" r:id="rId11"/>
    <p:sldId id="913" r:id="rId12"/>
    <p:sldId id="808" r:id="rId13"/>
    <p:sldId id="914" r:id="rId14"/>
    <p:sldId id="915" r:id="rId15"/>
    <p:sldId id="916" r:id="rId16"/>
    <p:sldId id="917" r:id="rId17"/>
    <p:sldId id="918" r:id="rId18"/>
    <p:sldId id="919" r:id="rId19"/>
    <p:sldId id="920" r:id="rId20"/>
    <p:sldId id="904" r:id="rId21"/>
    <p:sldId id="905" r:id="rId22"/>
    <p:sldId id="907" r:id="rId23"/>
    <p:sldId id="888" r:id="rId24"/>
    <p:sldId id="902" r:id="rId25"/>
    <p:sldId id="890" r:id="rId26"/>
    <p:sldId id="891" r:id="rId27"/>
    <p:sldId id="892" r:id="rId28"/>
    <p:sldId id="893" r:id="rId29"/>
    <p:sldId id="894" r:id="rId30"/>
    <p:sldId id="895" r:id="rId31"/>
    <p:sldId id="896" r:id="rId32"/>
    <p:sldId id="897" r:id="rId33"/>
    <p:sldId id="898" r:id="rId34"/>
    <p:sldId id="899" r:id="rId35"/>
    <p:sldId id="900" r:id="rId36"/>
    <p:sldId id="901" r:id="rId37"/>
    <p:sldId id="921" r:id="rId38"/>
    <p:sldId id="922" r:id="rId39"/>
    <p:sldId id="903" r:id="rId40"/>
  </p:sldIdLst>
  <p:sldSz cx="9144000" cy="5143500" type="screen16x9"/>
  <p:notesSz cx="7008813" cy="9294813"/>
  <p:defaultTextStyle>
    <a:defPPr>
      <a:defRPr lang="en-GB"/>
    </a:defPPr>
    <a:lvl1pPr algn="l" defTabSz="369888" rtl="0" eaLnBrk="0" fontAlgn="base" hangingPunct="0">
      <a:spcBef>
        <a:spcPct val="0"/>
      </a:spcBef>
      <a:spcAft>
        <a:spcPct val="0"/>
      </a:spcAft>
      <a:defRPr sz="2100" kern="1200">
        <a:solidFill>
          <a:srgbClr val="000000"/>
        </a:solidFill>
        <a:latin typeface="Comic Sans MS" panose="030F0702030302020204" pitchFamily="66" charset="0"/>
        <a:ea typeface="+mn-ea"/>
        <a:cs typeface="+mn-cs"/>
      </a:defRPr>
    </a:lvl1pPr>
    <a:lvl2pPr marL="369888" indent="87313" algn="l" defTabSz="369888" rtl="0" eaLnBrk="0" fontAlgn="base" hangingPunct="0">
      <a:spcBef>
        <a:spcPct val="0"/>
      </a:spcBef>
      <a:spcAft>
        <a:spcPct val="0"/>
      </a:spcAft>
      <a:defRPr sz="2100" kern="1200">
        <a:solidFill>
          <a:srgbClr val="000000"/>
        </a:solidFill>
        <a:latin typeface="Comic Sans MS" panose="030F0702030302020204" pitchFamily="66" charset="0"/>
        <a:ea typeface="+mn-ea"/>
        <a:cs typeface="+mn-cs"/>
      </a:defRPr>
    </a:lvl2pPr>
    <a:lvl3pPr marL="739775" indent="174625" algn="l" defTabSz="369888" rtl="0" eaLnBrk="0" fontAlgn="base" hangingPunct="0">
      <a:spcBef>
        <a:spcPct val="0"/>
      </a:spcBef>
      <a:spcAft>
        <a:spcPct val="0"/>
      </a:spcAft>
      <a:defRPr sz="2100" kern="1200">
        <a:solidFill>
          <a:srgbClr val="000000"/>
        </a:solidFill>
        <a:latin typeface="Comic Sans MS" panose="030F0702030302020204" pitchFamily="66" charset="0"/>
        <a:ea typeface="+mn-ea"/>
        <a:cs typeface="+mn-cs"/>
      </a:defRPr>
    </a:lvl3pPr>
    <a:lvl4pPr marL="1109663" indent="261938" algn="l" defTabSz="369888" rtl="0" eaLnBrk="0" fontAlgn="base" hangingPunct="0">
      <a:spcBef>
        <a:spcPct val="0"/>
      </a:spcBef>
      <a:spcAft>
        <a:spcPct val="0"/>
      </a:spcAft>
      <a:defRPr sz="2100" kern="1200">
        <a:solidFill>
          <a:srgbClr val="000000"/>
        </a:solidFill>
        <a:latin typeface="Comic Sans MS" panose="030F0702030302020204" pitchFamily="66" charset="0"/>
        <a:ea typeface="+mn-ea"/>
        <a:cs typeface="+mn-cs"/>
      </a:defRPr>
    </a:lvl4pPr>
    <a:lvl5pPr marL="1481138" indent="347663" algn="l" defTabSz="369888" rtl="0" eaLnBrk="0" fontAlgn="base" hangingPunct="0">
      <a:spcBef>
        <a:spcPct val="0"/>
      </a:spcBef>
      <a:spcAft>
        <a:spcPct val="0"/>
      </a:spcAft>
      <a:defRPr sz="2100" kern="1200">
        <a:solidFill>
          <a:srgbClr val="000000"/>
        </a:solidFill>
        <a:latin typeface="Comic Sans MS" panose="030F0702030302020204" pitchFamily="66" charset="0"/>
        <a:ea typeface="+mn-ea"/>
        <a:cs typeface="+mn-cs"/>
      </a:defRPr>
    </a:lvl5pPr>
    <a:lvl6pPr marL="2286000" algn="l" defTabSz="914400" rtl="0" eaLnBrk="1" latinLnBrk="0" hangingPunct="1">
      <a:defRPr sz="2100" kern="1200">
        <a:solidFill>
          <a:srgbClr val="000000"/>
        </a:solidFill>
        <a:latin typeface="Comic Sans MS" panose="030F0702030302020204" pitchFamily="66" charset="0"/>
        <a:ea typeface="+mn-ea"/>
        <a:cs typeface="+mn-cs"/>
      </a:defRPr>
    </a:lvl6pPr>
    <a:lvl7pPr marL="2743200" algn="l" defTabSz="914400" rtl="0" eaLnBrk="1" latinLnBrk="0" hangingPunct="1">
      <a:defRPr sz="2100" kern="1200">
        <a:solidFill>
          <a:srgbClr val="000000"/>
        </a:solidFill>
        <a:latin typeface="Comic Sans MS" panose="030F0702030302020204" pitchFamily="66" charset="0"/>
        <a:ea typeface="+mn-ea"/>
        <a:cs typeface="+mn-cs"/>
      </a:defRPr>
    </a:lvl7pPr>
    <a:lvl8pPr marL="3200400" algn="l" defTabSz="914400" rtl="0" eaLnBrk="1" latinLnBrk="0" hangingPunct="1">
      <a:defRPr sz="2100" kern="1200">
        <a:solidFill>
          <a:srgbClr val="000000"/>
        </a:solidFill>
        <a:latin typeface="Comic Sans MS" panose="030F0702030302020204" pitchFamily="66" charset="0"/>
        <a:ea typeface="+mn-ea"/>
        <a:cs typeface="+mn-cs"/>
      </a:defRPr>
    </a:lvl8pPr>
    <a:lvl9pPr marL="3657600" algn="l" defTabSz="914400" rtl="0" eaLnBrk="1" latinLnBrk="0" hangingPunct="1">
      <a:defRPr sz="2100" kern="1200">
        <a:solidFill>
          <a:srgbClr val="000000"/>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1470">
          <p15:clr>
            <a:srgbClr val="A4A3A4"/>
          </p15:clr>
        </p15:guide>
        <p15:guide id="2" pos="261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CCFFCC"/>
    <a:srgbClr val="003300"/>
    <a:srgbClr val="006600"/>
    <a:srgbClr val="FFCCFF"/>
    <a:srgbClr val="CC33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89427" autoAdjust="0"/>
  </p:normalViewPr>
  <p:slideViewPr>
    <p:cSldViewPr>
      <p:cViewPr varScale="1">
        <p:scale>
          <a:sx n="82" d="100"/>
          <a:sy n="82" d="100"/>
        </p:scale>
        <p:origin x="-930" y="-60"/>
      </p:cViewPr>
      <p:guideLst>
        <p:guide orient="horz" pos="1470"/>
        <p:guide pos="2612"/>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5" d="100"/>
          <a:sy n="55" d="100"/>
        </p:scale>
        <p:origin x="-279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handoutMaster" Target="handoutMasters/handoutMaster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819A3F-9132-574E-4276-C369F6162AB2}"/>
              </a:ext>
            </a:extLst>
          </p:cNvPr>
          <p:cNvSpPr>
            <a:spLocks noGrp="1"/>
          </p:cNvSpPr>
          <p:nvPr>
            <p:ph type="hdr" sz="quarter"/>
          </p:nvPr>
        </p:nvSpPr>
        <p:spPr>
          <a:xfrm>
            <a:off x="0" y="0"/>
            <a:ext cx="3036888" cy="465138"/>
          </a:xfrm>
          <a:prstGeom prst="rect">
            <a:avLst/>
          </a:prstGeom>
        </p:spPr>
        <p:txBody>
          <a:bodyPr vert="horz" lIns="91440" tIns="45720" rIns="91440" bIns="45720" rtlCol="0"/>
          <a:lstStyle>
            <a:lvl1pPr algn="l" defTabSz="370286">
              <a:defRPr sz="1200"/>
            </a:lvl1pPr>
          </a:lstStyle>
          <a:p>
            <a:pPr>
              <a:defRPr/>
            </a:pPr>
            <a:endParaRPr lang="en-IN"/>
          </a:p>
        </p:txBody>
      </p:sp>
      <p:sp>
        <p:nvSpPr>
          <p:cNvPr id="3" name="Date Placeholder 2">
            <a:extLst>
              <a:ext uri="{FF2B5EF4-FFF2-40B4-BE49-F238E27FC236}">
                <a16:creationId xmlns:a16="http://schemas.microsoft.com/office/drawing/2014/main" id="{8A935C63-BD39-D4D4-BA9F-40A19EB8CC1A}"/>
              </a:ext>
            </a:extLst>
          </p:cNvPr>
          <p:cNvSpPr>
            <a:spLocks noGrp="1"/>
          </p:cNvSpPr>
          <p:nvPr>
            <p:ph type="dt" sz="quarter" idx="1"/>
          </p:nvPr>
        </p:nvSpPr>
        <p:spPr>
          <a:xfrm>
            <a:off x="3970338" y="0"/>
            <a:ext cx="3036887" cy="465138"/>
          </a:xfrm>
          <a:prstGeom prst="rect">
            <a:avLst/>
          </a:prstGeom>
        </p:spPr>
        <p:txBody>
          <a:bodyPr vert="horz" lIns="91440" tIns="45720" rIns="91440" bIns="45720" rtlCol="0"/>
          <a:lstStyle>
            <a:lvl1pPr algn="r" defTabSz="370286">
              <a:defRPr sz="1200"/>
            </a:lvl1pPr>
          </a:lstStyle>
          <a:p>
            <a:pPr>
              <a:defRPr/>
            </a:pPr>
            <a:fld id="{25C1E7B4-3225-4297-B700-6CBAF1DF3FA2}" type="datetimeFigureOut">
              <a:rPr lang="en-IN"/>
              <a:pPr>
                <a:defRPr/>
              </a:pPr>
              <a:t>07-04-2026</a:t>
            </a:fld>
            <a:endParaRPr lang="en-IN"/>
          </a:p>
        </p:txBody>
      </p:sp>
      <p:sp>
        <p:nvSpPr>
          <p:cNvPr id="4" name="Footer Placeholder 3">
            <a:extLst>
              <a:ext uri="{FF2B5EF4-FFF2-40B4-BE49-F238E27FC236}">
                <a16:creationId xmlns:a16="http://schemas.microsoft.com/office/drawing/2014/main" id="{77922DC5-9F8F-8AF5-B34D-843BFF5ED2C8}"/>
              </a:ext>
            </a:extLst>
          </p:cNvPr>
          <p:cNvSpPr>
            <a:spLocks noGrp="1"/>
          </p:cNvSpPr>
          <p:nvPr>
            <p:ph type="ftr" sz="quarter" idx="2"/>
          </p:nvPr>
        </p:nvSpPr>
        <p:spPr>
          <a:xfrm>
            <a:off x="0" y="8828088"/>
            <a:ext cx="3036888" cy="465137"/>
          </a:xfrm>
          <a:prstGeom prst="rect">
            <a:avLst/>
          </a:prstGeom>
        </p:spPr>
        <p:txBody>
          <a:bodyPr vert="horz" lIns="91440" tIns="45720" rIns="91440" bIns="45720" rtlCol="0" anchor="b"/>
          <a:lstStyle>
            <a:lvl1pPr algn="l" defTabSz="370286">
              <a:defRPr sz="1200"/>
            </a:lvl1pPr>
          </a:lstStyle>
          <a:p>
            <a:pPr>
              <a:defRPr/>
            </a:pPr>
            <a:endParaRPr lang="en-IN"/>
          </a:p>
        </p:txBody>
      </p:sp>
      <p:sp>
        <p:nvSpPr>
          <p:cNvPr id="5" name="Slide Number Placeholder 4">
            <a:extLst>
              <a:ext uri="{FF2B5EF4-FFF2-40B4-BE49-F238E27FC236}">
                <a16:creationId xmlns:a16="http://schemas.microsoft.com/office/drawing/2014/main" id="{B5F6A877-941C-BF7A-6EED-8B0A7E265771}"/>
              </a:ext>
            </a:extLst>
          </p:cNvPr>
          <p:cNvSpPr>
            <a:spLocks noGrp="1"/>
          </p:cNvSpPr>
          <p:nvPr>
            <p:ph type="sldNum" sz="quarter" idx="3"/>
          </p:nvPr>
        </p:nvSpPr>
        <p:spPr>
          <a:xfrm>
            <a:off x="3970338" y="8828088"/>
            <a:ext cx="3036887" cy="46513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92247F6-EBD3-496C-A524-632BB4E3F6CE}" type="slidenum">
              <a:rPr lang="en-IN" altLang="en-US"/>
              <a:pPr/>
              <a:t>‹#›</a:t>
            </a:fld>
            <a:endParaRPr lang="en-I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AutoShape 1">
            <a:extLst>
              <a:ext uri="{FF2B5EF4-FFF2-40B4-BE49-F238E27FC236}">
                <a16:creationId xmlns:a16="http://schemas.microsoft.com/office/drawing/2014/main" id="{76557F77-DB20-7BA9-EF1B-0522B3BE13DD}"/>
              </a:ext>
            </a:extLst>
          </p:cNvPr>
          <p:cNvSpPr>
            <a:spLocks noChangeArrowheads="1"/>
          </p:cNvSpPr>
          <p:nvPr/>
        </p:nvSpPr>
        <p:spPr bwMode="auto">
          <a:xfrm>
            <a:off x="0" y="0"/>
            <a:ext cx="7008813" cy="9294813"/>
          </a:xfrm>
          <a:prstGeom prst="roundRect">
            <a:avLst>
              <a:gd name="adj" fmla="val 19"/>
            </a:avLst>
          </a:prstGeom>
          <a:solidFill>
            <a:srgbClr val="FFFFFF"/>
          </a:solidFill>
          <a:ln>
            <a:noFill/>
          </a:ln>
        </p:spPr>
        <p:txBody>
          <a:bodyPr wrap="none" anchor="ctr"/>
          <a:lstStyle>
            <a:lvl1pPr>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1pPr>
            <a:lvl2pPr marL="742950" indent="-28575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2pPr>
            <a:lvl3pPr marL="11430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3pPr>
            <a:lvl4pPr marL="16002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4pPr>
            <a:lvl5pPr marL="20574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5pPr>
            <a:lvl6pPr marL="25146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6pPr>
            <a:lvl7pPr marL="29718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7pPr>
            <a:lvl8pPr marL="34290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8pPr>
            <a:lvl9pPr marL="38862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9pPr>
          </a:lstStyle>
          <a:p>
            <a:pPr defTabSz="370286">
              <a:lnSpc>
                <a:spcPct val="80000"/>
              </a:lnSpc>
              <a:spcAft>
                <a:spcPct val="0"/>
              </a:spcAft>
              <a:buSzPct val="100000"/>
              <a:buFont typeface="Times New Roman" panose="02020603050405020304" pitchFamily="18" charset="0"/>
              <a:buNone/>
              <a:defRPr/>
            </a:pPr>
            <a:endParaRPr lang="en-US" altLang="en-US" sz="3600">
              <a:solidFill>
                <a:schemeClr val="bg1"/>
              </a:solidFill>
              <a:latin typeface="Times New Roman" panose="02020603050405020304" pitchFamily="18" charset="0"/>
            </a:endParaRPr>
          </a:p>
        </p:txBody>
      </p:sp>
      <p:sp>
        <p:nvSpPr>
          <p:cNvPr id="2051" name="AutoShape 2">
            <a:extLst>
              <a:ext uri="{FF2B5EF4-FFF2-40B4-BE49-F238E27FC236}">
                <a16:creationId xmlns:a16="http://schemas.microsoft.com/office/drawing/2014/main" id="{D03A58A1-5F1E-E1C6-EFB5-D37D79301BBE}"/>
              </a:ext>
            </a:extLst>
          </p:cNvPr>
          <p:cNvSpPr>
            <a:spLocks noChangeArrowheads="1"/>
          </p:cNvSpPr>
          <p:nvPr/>
        </p:nvSpPr>
        <p:spPr bwMode="auto">
          <a:xfrm>
            <a:off x="0" y="0"/>
            <a:ext cx="7008813" cy="9294813"/>
          </a:xfrm>
          <a:prstGeom prst="roundRect">
            <a:avLst>
              <a:gd name="adj" fmla="val 19"/>
            </a:avLst>
          </a:prstGeom>
          <a:solidFill>
            <a:srgbClr val="FFFFFF"/>
          </a:solidFill>
          <a:ln>
            <a:noFill/>
          </a:ln>
        </p:spPr>
        <p:txBody>
          <a:bodyPr wrap="none" anchor="ctr"/>
          <a:lstStyle>
            <a:lvl1pPr>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1pPr>
            <a:lvl2pPr marL="742950" indent="-28575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2pPr>
            <a:lvl3pPr marL="11430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3pPr>
            <a:lvl4pPr marL="16002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4pPr>
            <a:lvl5pPr marL="20574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5pPr>
            <a:lvl6pPr marL="25146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6pPr>
            <a:lvl7pPr marL="29718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7pPr>
            <a:lvl8pPr marL="34290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8pPr>
            <a:lvl9pPr marL="38862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9pPr>
          </a:lstStyle>
          <a:p>
            <a:pPr defTabSz="370286">
              <a:lnSpc>
                <a:spcPct val="80000"/>
              </a:lnSpc>
              <a:spcAft>
                <a:spcPct val="0"/>
              </a:spcAft>
              <a:buSzPct val="100000"/>
              <a:buFont typeface="Times New Roman" panose="02020603050405020304" pitchFamily="18" charset="0"/>
              <a:buNone/>
              <a:defRPr/>
            </a:pPr>
            <a:endParaRPr lang="en-US" altLang="en-US" sz="3600">
              <a:solidFill>
                <a:schemeClr val="bg1"/>
              </a:solidFill>
              <a:latin typeface="Times New Roman" panose="02020603050405020304" pitchFamily="18" charset="0"/>
            </a:endParaRPr>
          </a:p>
        </p:txBody>
      </p:sp>
      <p:sp>
        <p:nvSpPr>
          <p:cNvPr id="2052" name="AutoShape 3">
            <a:extLst>
              <a:ext uri="{FF2B5EF4-FFF2-40B4-BE49-F238E27FC236}">
                <a16:creationId xmlns:a16="http://schemas.microsoft.com/office/drawing/2014/main" id="{D8EE6DC9-D630-F7A1-ED3B-BB9C4FA9F10F}"/>
              </a:ext>
            </a:extLst>
          </p:cNvPr>
          <p:cNvSpPr>
            <a:spLocks noChangeArrowheads="1"/>
          </p:cNvSpPr>
          <p:nvPr/>
        </p:nvSpPr>
        <p:spPr bwMode="auto">
          <a:xfrm>
            <a:off x="0" y="0"/>
            <a:ext cx="7008813" cy="9294813"/>
          </a:xfrm>
          <a:prstGeom prst="roundRect">
            <a:avLst>
              <a:gd name="adj" fmla="val 19"/>
            </a:avLst>
          </a:prstGeom>
          <a:solidFill>
            <a:srgbClr val="FFFFFF"/>
          </a:solidFill>
          <a:ln>
            <a:noFill/>
          </a:ln>
        </p:spPr>
        <p:txBody>
          <a:bodyPr wrap="none" anchor="ctr"/>
          <a:lstStyle>
            <a:lvl1pPr>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1pPr>
            <a:lvl2pPr marL="742950" indent="-28575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2pPr>
            <a:lvl3pPr marL="11430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3pPr>
            <a:lvl4pPr marL="16002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4pPr>
            <a:lvl5pPr marL="20574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5pPr>
            <a:lvl6pPr marL="25146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6pPr>
            <a:lvl7pPr marL="29718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7pPr>
            <a:lvl8pPr marL="34290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8pPr>
            <a:lvl9pPr marL="38862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9pPr>
          </a:lstStyle>
          <a:p>
            <a:pPr defTabSz="370286">
              <a:lnSpc>
                <a:spcPct val="80000"/>
              </a:lnSpc>
              <a:spcAft>
                <a:spcPct val="0"/>
              </a:spcAft>
              <a:buSzPct val="100000"/>
              <a:buFont typeface="Times New Roman" panose="02020603050405020304" pitchFamily="18" charset="0"/>
              <a:buNone/>
              <a:defRPr/>
            </a:pPr>
            <a:endParaRPr lang="en-US" altLang="en-US" sz="3600">
              <a:solidFill>
                <a:schemeClr val="bg1"/>
              </a:solidFill>
              <a:latin typeface="Times New Roman" panose="02020603050405020304" pitchFamily="18" charset="0"/>
            </a:endParaRPr>
          </a:p>
        </p:txBody>
      </p:sp>
      <p:sp>
        <p:nvSpPr>
          <p:cNvPr id="2053" name="AutoShape 4">
            <a:extLst>
              <a:ext uri="{FF2B5EF4-FFF2-40B4-BE49-F238E27FC236}">
                <a16:creationId xmlns:a16="http://schemas.microsoft.com/office/drawing/2014/main" id="{BC8C5CD0-BCE3-C48D-2299-BCBDF8D17895}"/>
              </a:ext>
            </a:extLst>
          </p:cNvPr>
          <p:cNvSpPr>
            <a:spLocks noChangeArrowheads="1"/>
          </p:cNvSpPr>
          <p:nvPr/>
        </p:nvSpPr>
        <p:spPr bwMode="auto">
          <a:xfrm>
            <a:off x="0" y="0"/>
            <a:ext cx="7010400" cy="9296400"/>
          </a:xfrm>
          <a:prstGeom prst="roundRect">
            <a:avLst>
              <a:gd name="adj" fmla="val 19"/>
            </a:avLst>
          </a:prstGeom>
          <a:solidFill>
            <a:srgbClr val="FFFFFF"/>
          </a:solidFill>
          <a:ln>
            <a:noFill/>
          </a:ln>
        </p:spPr>
        <p:txBody>
          <a:bodyPr wrap="none" anchor="ctr"/>
          <a:lstStyle>
            <a:lvl1pPr>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1pPr>
            <a:lvl2pPr marL="742950" indent="-28575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2pPr>
            <a:lvl3pPr marL="11430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3pPr>
            <a:lvl4pPr marL="16002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4pPr>
            <a:lvl5pPr marL="20574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5pPr>
            <a:lvl6pPr marL="25146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6pPr>
            <a:lvl7pPr marL="29718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7pPr>
            <a:lvl8pPr marL="34290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8pPr>
            <a:lvl9pPr marL="38862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9pPr>
          </a:lstStyle>
          <a:p>
            <a:pPr defTabSz="370286">
              <a:lnSpc>
                <a:spcPct val="80000"/>
              </a:lnSpc>
              <a:spcAft>
                <a:spcPct val="0"/>
              </a:spcAft>
              <a:buSzPct val="100000"/>
              <a:buFont typeface="Times New Roman" panose="02020603050405020304" pitchFamily="18" charset="0"/>
              <a:buNone/>
              <a:defRPr/>
            </a:pPr>
            <a:endParaRPr lang="en-US" altLang="en-US" sz="3600">
              <a:solidFill>
                <a:schemeClr val="bg1"/>
              </a:solidFill>
              <a:latin typeface="Times New Roman" panose="02020603050405020304" pitchFamily="18" charset="0"/>
            </a:endParaRPr>
          </a:p>
        </p:txBody>
      </p:sp>
      <p:sp>
        <p:nvSpPr>
          <p:cNvPr id="2054" name="AutoShape 5">
            <a:extLst>
              <a:ext uri="{FF2B5EF4-FFF2-40B4-BE49-F238E27FC236}">
                <a16:creationId xmlns:a16="http://schemas.microsoft.com/office/drawing/2014/main" id="{FCCDE5BC-4BA6-2BA5-6525-11DF097758DA}"/>
              </a:ext>
            </a:extLst>
          </p:cNvPr>
          <p:cNvSpPr>
            <a:spLocks noChangeArrowheads="1"/>
          </p:cNvSpPr>
          <p:nvPr/>
        </p:nvSpPr>
        <p:spPr bwMode="auto">
          <a:xfrm>
            <a:off x="0" y="0"/>
            <a:ext cx="7010400" cy="9296400"/>
          </a:xfrm>
          <a:prstGeom prst="roundRect">
            <a:avLst>
              <a:gd name="adj" fmla="val 19"/>
            </a:avLst>
          </a:prstGeom>
          <a:solidFill>
            <a:srgbClr val="FFFFFF"/>
          </a:solidFill>
          <a:ln>
            <a:noFill/>
          </a:ln>
        </p:spPr>
        <p:txBody>
          <a:bodyPr wrap="none" anchor="ctr"/>
          <a:lstStyle>
            <a:lvl1pPr>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1pPr>
            <a:lvl2pPr marL="742950" indent="-28575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2pPr>
            <a:lvl3pPr marL="11430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3pPr>
            <a:lvl4pPr marL="16002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4pPr>
            <a:lvl5pPr marL="20574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5pPr>
            <a:lvl6pPr marL="25146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6pPr>
            <a:lvl7pPr marL="29718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7pPr>
            <a:lvl8pPr marL="34290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8pPr>
            <a:lvl9pPr marL="38862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9pPr>
          </a:lstStyle>
          <a:p>
            <a:pPr defTabSz="370286">
              <a:lnSpc>
                <a:spcPct val="80000"/>
              </a:lnSpc>
              <a:spcAft>
                <a:spcPct val="0"/>
              </a:spcAft>
              <a:buSzPct val="100000"/>
              <a:buFont typeface="Times New Roman" panose="02020603050405020304" pitchFamily="18" charset="0"/>
              <a:buNone/>
              <a:defRPr/>
            </a:pPr>
            <a:endParaRPr lang="en-US" altLang="en-US" sz="3600">
              <a:solidFill>
                <a:schemeClr val="bg1"/>
              </a:solidFill>
              <a:latin typeface="Times New Roman" panose="02020603050405020304" pitchFamily="18" charset="0"/>
            </a:endParaRPr>
          </a:p>
        </p:txBody>
      </p:sp>
      <p:sp>
        <p:nvSpPr>
          <p:cNvPr id="2055" name="AutoShape 6">
            <a:extLst>
              <a:ext uri="{FF2B5EF4-FFF2-40B4-BE49-F238E27FC236}">
                <a16:creationId xmlns:a16="http://schemas.microsoft.com/office/drawing/2014/main" id="{61C88777-D9B9-D67A-9CA0-AC00209FC12C}"/>
              </a:ext>
            </a:extLst>
          </p:cNvPr>
          <p:cNvSpPr>
            <a:spLocks noChangeArrowheads="1"/>
          </p:cNvSpPr>
          <p:nvPr/>
        </p:nvSpPr>
        <p:spPr bwMode="auto">
          <a:xfrm>
            <a:off x="0" y="0"/>
            <a:ext cx="7010400" cy="9296400"/>
          </a:xfrm>
          <a:prstGeom prst="roundRect">
            <a:avLst>
              <a:gd name="adj" fmla="val 19"/>
            </a:avLst>
          </a:prstGeom>
          <a:solidFill>
            <a:srgbClr val="FFFFFF"/>
          </a:solidFill>
          <a:ln>
            <a:noFill/>
          </a:ln>
        </p:spPr>
        <p:txBody>
          <a:bodyPr wrap="none" anchor="ctr"/>
          <a:lstStyle>
            <a:lvl1pPr>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1pPr>
            <a:lvl2pPr marL="742950" indent="-28575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2pPr>
            <a:lvl3pPr marL="11430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3pPr>
            <a:lvl4pPr marL="16002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4pPr>
            <a:lvl5pPr marL="2057400" indent="-228600">
              <a:lnSpc>
                <a:spcPct val="90000"/>
              </a:lnSpc>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5pPr>
            <a:lvl6pPr marL="25146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6pPr>
            <a:lvl7pPr marL="29718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7pPr>
            <a:lvl8pPr marL="34290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8pPr>
            <a:lvl9pPr marL="3886200" indent="-228600" defTabSz="457200" eaLnBrk="0" fontAlgn="base" hangingPunct="0">
              <a:lnSpc>
                <a:spcPct val="90000"/>
              </a:lnSpc>
              <a:spcBef>
                <a:spcPct val="0"/>
              </a:spcBef>
              <a:spcAft>
                <a:spcPts val="1088"/>
              </a:spcAft>
              <a:buClr>
                <a:srgbClr val="000000"/>
              </a:buClr>
              <a:buSzPct val="75000"/>
              <a:buFont typeface="Wingdings" panose="05000000000000000000" pitchFamily="2" charset="2"/>
              <a:buChar char="Ø"/>
              <a:defRPr sz="2600">
                <a:solidFill>
                  <a:srgbClr val="000000"/>
                </a:solidFill>
                <a:latin typeface="Comic Sans MS" panose="030F0702030302020204" pitchFamily="66" charset="0"/>
              </a:defRPr>
            </a:lvl9pPr>
          </a:lstStyle>
          <a:p>
            <a:pPr defTabSz="370286">
              <a:lnSpc>
                <a:spcPct val="80000"/>
              </a:lnSpc>
              <a:spcAft>
                <a:spcPct val="0"/>
              </a:spcAft>
              <a:buSzPct val="100000"/>
              <a:buFont typeface="Times New Roman" panose="02020603050405020304" pitchFamily="18" charset="0"/>
              <a:buNone/>
              <a:defRPr/>
            </a:pPr>
            <a:endParaRPr lang="en-US" altLang="en-US" sz="3600">
              <a:solidFill>
                <a:schemeClr val="bg1"/>
              </a:solidFill>
              <a:latin typeface="Times New Roman" panose="02020603050405020304" pitchFamily="18" charset="0"/>
            </a:endParaRPr>
          </a:p>
        </p:txBody>
      </p:sp>
      <p:sp>
        <p:nvSpPr>
          <p:cNvPr id="1059848" name="Text Box 7">
            <a:extLst>
              <a:ext uri="{FF2B5EF4-FFF2-40B4-BE49-F238E27FC236}">
                <a16:creationId xmlns:a16="http://schemas.microsoft.com/office/drawing/2014/main" id="{1231DC43-A2C7-2053-6DE3-CD3A92BE2D4F}"/>
              </a:ext>
            </a:extLst>
          </p:cNvPr>
          <p:cNvSpPr txBox="1">
            <a:spLocks noChangeArrowheads="1"/>
          </p:cNvSpPr>
          <p:nvPr/>
        </p:nvSpPr>
        <p:spPr bwMode="auto">
          <a:xfrm>
            <a:off x="1360488" y="893763"/>
            <a:ext cx="4289425" cy="3216275"/>
          </a:xfrm>
          <a:prstGeom prst="rect">
            <a:avLst/>
          </a:prstGeom>
          <a:solidFill>
            <a:srgbClr val="FFFFFF"/>
          </a:solidFill>
          <a:ln w="9360">
            <a:solidFill>
              <a:srgbClr val="000000"/>
            </a:solidFill>
            <a:miter lim="800000"/>
            <a:headEnd/>
            <a:tailEnd/>
          </a:ln>
        </p:spPr>
        <p:txBody>
          <a:bodyPr wrap="none" anchor="ctr"/>
          <a:lstStyle>
            <a:lvl1pPr>
              <a:defRPr sz="2600">
                <a:solidFill>
                  <a:srgbClr val="000000"/>
                </a:solidFill>
                <a:latin typeface="Comic Sans MS" pitchFamily="66" charset="0"/>
              </a:defRPr>
            </a:lvl1pPr>
            <a:lvl2pPr marL="742950" indent="-285750">
              <a:defRPr sz="2600">
                <a:solidFill>
                  <a:srgbClr val="000000"/>
                </a:solidFill>
                <a:latin typeface="Comic Sans MS" pitchFamily="66" charset="0"/>
              </a:defRPr>
            </a:lvl2pPr>
            <a:lvl3pPr marL="1143000" indent="-228600">
              <a:defRPr sz="2600">
                <a:solidFill>
                  <a:srgbClr val="000000"/>
                </a:solidFill>
                <a:latin typeface="Comic Sans MS" pitchFamily="66" charset="0"/>
              </a:defRPr>
            </a:lvl3pPr>
            <a:lvl4pPr marL="1600200" indent="-228600">
              <a:defRPr sz="2600">
                <a:solidFill>
                  <a:srgbClr val="000000"/>
                </a:solidFill>
                <a:latin typeface="Comic Sans MS" pitchFamily="66" charset="0"/>
              </a:defRPr>
            </a:lvl4pPr>
            <a:lvl5pPr marL="2057400" indent="-228600">
              <a:defRPr sz="2600">
                <a:solidFill>
                  <a:srgbClr val="000000"/>
                </a:solidFill>
                <a:latin typeface="Comic Sans MS" pitchFamily="66" charset="0"/>
              </a:defRPr>
            </a:lvl5pPr>
            <a:lvl6pPr marL="2514600" indent="-228600" defTabSz="457200" eaLnBrk="0" fontAlgn="base" hangingPunct="0">
              <a:lnSpc>
                <a:spcPct val="90000"/>
              </a:lnSpc>
              <a:spcBef>
                <a:spcPct val="0"/>
              </a:spcBef>
              <a:spcAft>
                <a:spcPts val="1088"/>
              </a:spcAft>
              <a:buClr>
                <a:srgbClr val="000000"/>
              </a:buClr>
              <a:buSzPct val="75000"/>
              <a:buFont typeface="Wingdings" pitchFamily="2" charset="2"/>
              <a:buChar char="Ø"/>
              <a:defRPr sz="2600">
                <a:solidFill>
                  <a:srgbClr val="000000"/>
                </a:solidFill>
                <a:latin typeface="Comic Sans MS" pitchFamily="66" charset="0"/>
              </a:defRPr>
            </a:lvl6pPr>
            <a:lvl7pPr marL="2971800" indent="-228600" defTabSz="457200" eaLnBrk="0" fontAlgn="base" hangingPunct="0">
              <a:lnSpc>
                <a:spcPct val="90000"/>
              </a:lnSpc>
              <a:spcBef>
                <a:spcPct val="0"/>
              </a:spcBef>
              <a:spcAft>
                <a:spcPts val="1088"/>
              </a:spcAft>
              <a:buClr>
                <a:srgbClr val="000000"/>
              </a:buClr>
              <a:buSzPct val="75000"/>
              <a:buFont typeface="Wingdings" pitchFamily="2" charset="2"/>
              <a:buChar char="Ø"/>
              <a:defRPr sz="2600">
                <a:solidFill>
                  <a:srgbClr val="000000"/>
                </a:solidFill>
                <a:latin typeface="Comic Sans MS" pitchFamily="66" charset="0"/>
              </a:defRPr>
            </a:lvl7pPr>
            <a:lvl8pPr marL="3429000" indent="-228600" defTabSz="457200" eaLnBrk="0" fontAlgn="base" hangingPunct="0">
              <a:lnSpc>
                <a:spcPct val="90000"/>
              </a:lnSpc>
              <a:spcBef>
                <a:spcPct val="0"/>
              </a:spcBef>
              <a:spcAft>
                <a:spcPts val="1088"/>
              </a:spcAft>
              <a:buClr>
                <a:srgbClr val="000000"/>
              </a:buClr>
              <a:buSzPct val="75000"/>
              <a:buFont typeface="Wingdings" pitchFamily="2" charset="2"/>
              <a:buChar char="Ø"/>
              <a:defRPr sz="2600">
                <a:solidFill>
                  <a:srgbClr val="000000"/>
                </a:solidFill>
                <a:latin typeface="Comic Sans MS" pitchFamily="66" charset="0"/>
              </a:defRPr>
            </a:lvl8pPr>
            <a:lvl9pPr marL="3886200" indent="-228600" defTabSz="457200" eaLnBrk="0" fontAlgn="base" hangingPunct="0">
              <a:lnSpc>
                <a:spcPct val="90000"/>
              </a:lnSpc>
              <a:spcBef>
                <a:spcPct val="0"/>
              </a:spcBef>
              <a:spcAft>
                <a:spcPts val="1088"/>
              </a:spcAft>
              <a:buClr>
                <a:srgbClr val="000000"/>
              </a:buClr>
              <a:buSzPct val="75000"/>
              <a:buFont typeface="Wingdings" pitchFamily="2" charset="2"/>
              <a:buChar char="Ø"/>
              <a:defRPr sz="2600">
                <a:solidFill>
                  <a:srgbClr val="000000"/>
                </a:solidFill>
                <a:latin typeface="Comic Sans MS" pitchFamily="66" charset="0"/>
              </a:defRPr>
            </a:lvl9pPr>
          </a:lstStyle>
          <a:p>
            <a:pPr defTabSz="370286">
              <a:lnSpc>
                <a:spcPct val="80000"/>
              </a:lnSpc>
              <a:buClr>
                <a:srgbClr val="000000"/>
              </a:buClr>
              <a:buSzPct val="100000"/>
              <a:buFont typeface="Times New Roman" pitchFamily="18" charset="0"/>
              <a:buNone/>
              <a:defRPr/>
            </a:pPr>
            <a:endParaRPr lang="en-US" sz="3600">
              <a:solidFill>
                <a:schemeClr val="bg1"/>
              </a:solidFill>
              <a:latin typeface="Times New Roman" pitchFamily="18" charset="0"/>
            </a:endParaRPr>
          </a:p>
        </p:txBody>
      </p:sp>
      <p:sp>
        <p:nvSpPr>
          <p:cNvPr id="3080" name="Rectangle 8">
            <a:extLst>
              <a:ext uri="{FF2B5EF4-FFF2-40B4-BE49-F238E27FC236}">
                <a16:creationId xmlns:a16="http://schemas.microsoft.com/office/drawing/2014/main" id="{B40A8291-02AF-22EA-A3BC-63F67CB9740E}"/>
              </a:ext>
            </a:extLst>
          </p:cNvPr>
          <p:cNvSpPr>
            <a:spLocks noGrp="1" noChangeArrowheads="1"/>
          </p:cNvSpPr>
          <p:nvPr>
            <p:ph type="body"/>
          </p:nvPr>
        </p:nvSpPr>
        <p:spPr bwMode="auto">
          <a:xfrm>
            <a:off x="1085850" y="4422775"/>
            <a:ext cx="4840288" cy="356711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en-US" noProof="0"/>
          </a:p>
        </p:txBody>
      </p:sp>
      <p:sp>
        <p:nvSpPr>
          <p:cNvPr id="51210" name="Rectangle 9">
            <a:extLst>
              <a:ext uri="{FF2B5EF4-FFF2-40B4-BE49-F238E27FC236}">
                <a16:creationId xmlns:a16="http://schemas.microsoft.com/office/drawing/2014/main" id="{2DB9647E-7B07-B41A-748E-51C70D82D920}"/>
              </a:ext>
            </a:extLst>
          </p:cNvPr>
          <p:cNvSpPr>
            <a:spLocks noGrp="1" noChangeArrowheads="1"/>
          </p:cNvSpPr>
          <p:nvPr>
            <p:ph type="sldImg"/>
          </p:nvPr>
        </p:nvSpPr>
        <p:spPr bwMode="auto">
          <a:xfrm>
            <a:off x="409575" y="706438"/>
            <a:ext cx="6184900"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Tree>
  </p:cSld>
  <p:clrMap bg1="lt1" tx1="dk1" bg2="lt2" tx2="dk2" accent1="accent1" accent2="accent2" accent3="accent3" accent4="accent4" accent5="accent5" accent6="accent6" hlink="hlink" folHlink="folHlink"/>
  <p:notesStyle>
    <a:lvl1pPr algn="l" defTabSz="369888" rtl="0" eaLnBrk="0" fontAlgn="base" hangingPunct="0">
      <a:spcBef>
        <a:spcPct val="30000"/>
      </a:spcBef>
      <a:spcAft>
        <a:spcPct val="0"/>
      </a:spcAft>
      <a:buClr>
        <a:srgbClr val="000000"/>
      </a:buClr>
      <a:buSzPct val="100000"/>
      <a:buFont typeface="Times New Roman" panose="02020603050405020304" pitchFamily="18" charset="0"/>
      <a:defRPr sz="1000" kern="1200">
        <a:solidFill>
          <a:srgbClr val="000000"/>
        </a:solidFill>
        <a:latin typeface="Times New Roman" pitchFamily="18" charset="0"/>
        <a:ea typeface="+mn-ea"/>
        <a:cs typeface="+mn-cs"/>
      </a:defRPr>
    </a:lvl1pPr>
    <a:lvl2pPr marL="742950" indent="-285750" algn="l" defTabSz="369888" rtl="0" eaLnBrk="0" fontAlgn="base" hangingPunct="0">
      <a:spcBef>
        <a:spcPct val="30000"/>
      </a:spcBef>
      <a:spcAft>
        <a:spcPct val="0"/>
      </a:spcAft>
      <a:buClr>
        <a:srgbClr val="000000"/>
      </a:buClr>
      <a:buSzPct val="100000"/>
      <a:buFont typeface="Times New Roman" panose="02020603050405020304" pitchFamily="18" charset="0"/>
      <a:defRPr sz="1000" kern="1200">
        <a:solidFill>
          <a:srgbClr val="000000"/>
        </a:solidFill>
        <a:latin typeface="Times New Roman" pitchFamily="18" charset="0"/>
        <a:ea typeface="+mn-ea"/>
        <a:cs typeface="+mn-cs"/>
      </a:defRPr>
    </a:lvl2pPr>
    <a:lvl3pPr marL="1143000" indent="-228600" algn="l" defTabSz="369888" rtl="0" eaLnBrk="0" fontAlgn="base" hangingPunct="0">
      <a:spcBef>
        <a:spcPct val="30000"/>
      </a:spcBef>
      <a:spcAft>
        <a:spcPct val="0"/>
      </a:spcAft>
      <a:buClr>
        <a:srgbClr val="000000"/>
      </a:buClr>
      <a:buSzPct val="100000"/>
      <a:buFont typeface="Times New Roman" panose="02020603050405020304" pitchFamily="18" charset="0"/>
      <a:defRPr sz="1000" kern="1200">
        <a:solidFill>
          <a:srgbClr val="000000"/>
        </a:solidFill>
        <a:latin typeface="Times New Roman" pitchFamily="18" charset="0"/>
        <a:ea typeface="+mn-ea"/>
        <a:cs typeface="+mn-cs"/>
      </a:defRPr>
    </a:lvl3pPr>
    <a:lvl4pPr marL="1600200" indent="-228600" algn="l" defTabSz="369888" rtl="0" eaLnBrk="0" fontAlgn="base" hangingPunct="0">
      <a:spcBef>
        <a:spcPct val="30000"/>
      </a:spcBef>
      <a:spcAft>
        <a:spcPct val="0"/>
      </a:spcAft>
      <a:buClr>
        <a:srgbClr val="000000"/>
      </a:buClr>
      <a:buSzPct val="100000"/>
      <a:buFont typeface="Times New Roman" panose="02020603050405020304" pitchFamily="18" charset="0"/>
      <a:defRPr sz="1000" kern="1200">
        <a:solidFill>
          <a:srgbClr val="000000"/>
        </a:solidFill>
        <a:latin typeface="Times New Roman" pitchFamily="18" charset="0"/>
        <a:ea typeface="+mn-ea"/>
        <a:cs typeface="+mn-cs"/>
      </a:defRPr>
    </a:lvl4pPr>
    <a:lvl5pPr marL="2057400" indent="-228600" algn="l" defTabSz="369888" rtl="0" eaLnBrk="0" fontAlgn="base" hangingPunct="0">
      <a:spcBef>
        <a:spcPct val="30000"/>
      </a:spcBef>
      <a:spcAft>
        <a:spcPct val="0"/>
      </a:spcAft>
      <a:buClr>
        <a:srgbClr val="000000"/>
      </a:buClr>
      <a:buSzPct val="100000"/>
      <a:buFont typeface="Times New Roman" panose="02020603050405020304" pitchFamily="18" charset="0"/>
      <a:defRPr sz="1000" kern="1200">
        <a:solidFill>
          <a:srgbClr val="000000"/>
        </a:solidFill>
        <a:latin typeface="Times New Roman" pitchFamily="18" charset="0"/>
        <a:ea typeface="+mn-ea"/>
        <a:cs typeface="+mn-cs"/>
      </a:defRPr>
    </a:lvl5pPr>
    <a:lvl6pPr marL="1851431" algn="l" defTabSz="740573" rtl="0" eaLnBrk="1" latinLnBrk="0" hangingPunct="1">
      <a:defRPr sz="1000" kern="1200">
        <a:solidFill>
          <a:schemeClr val="tx1"/>
        </a:solidFill>
        <a:latin typeface="+mn-lt"/>
        <a:ea typeface="+mn-ea"/>
        <a:cs typeface="+mn-cs"/>
      </a:defRPr>
    </a:lvl6pPr>
    <a:lvl7pPr marL="2221718" algn="l" defTabSz="740573" rtl="0" eaLnBrk="1" latinLnBrk="0" hangingPunct="1">
      <a:defRPr sz="1000" kern="1200">
        <a:solidFill>
          <a:schemeClr val="tx1"/>
        </a:solidFill>
        <a:latin typeface="+mn-lt"/>
        <a:ea typeface="+mn-ea"/>
        <a:cs typeface="+mn-cs"/>
      </a:defRPr>
    </a:lvl7pPr>
    <a:lvl8pPr marL="2592004" algn="l" defTabSz="740573" rtl="0" eaLnBrk="1" latinLnBrk="0" hangingPunct="1">
      <a:defRPr sz="1000" kern="1200">
        <a:solidFill>
          <a:schemeClr val="tx1"/>
        </a:solidFill>
        <a:latin typeface="+mn-lt"/>
        <a:ea typeface="+mn-ea"/>
        <a:cs typeface="+mn-cs"/>
      </a:defRPr>
    </a:lvl8pPr>
    <a:lvl9pPr marL="2962290" algn="l" defTabSz="740573"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B4A51CF-4F1D-9B6F-179D-48A1FE763133}"/>
              </a:ext>
            </a:extLst>
          </p:cNvPr>
          <p:cNvSpPr>
            <a:spLocks noChangeArrowheads="1" noTextEdit="1"/>
          </p:cNvSpPr>
          <p:nvPr>
            <p:ph type="sldImg"/>
          </p:nvPr>
        </p:nvSpPr>
        <p:spPr>
          <a:xfrm>
            <a:off x="200025" y="307975"/>
            <a:ext cx="6608763" cy="3717925"/>
          </a:xfrm>
        </p:spPr>
      </p:sp>
      <p:sp>
        <p:nvSpPr>
          <p:cNvPr id="52227" name="Text Box 3">
            <a:extLst>
              <a:ext uri="{FF2B5EF4-FFF2-40B4-BE49-F238E27FC236}">
                <a16:creationId xmlns:a16="http://schemas.microsoft.com/office/drawing/2014/main" id="{53491069-9B2A-4697-5AB8-D47B55002125}"/>
              </a:ext>
            </a:extLst>
          </p:cNvPr>
          <p:cNvSpPr txBox="1">
            <a:spLocks noChangeArrowheads="1"/>
          </p:cNvSpPr>
          <p:nvPr/>
        </p:nvSpPr>
        <p:spPr bwMode="auto">
          <a:xfrm>
            <a:off x="514350" y="4387850"/>
            <a:ext cx="5983288"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930275">
              <a:defRPr sz="2100">
                <a:solidFill>
                  <a:srgbClr val="000000"/>
                </a:solidFill>
                <a:latin typeface="Comic Sans MS" panose="030F0702030302020204" pitchFamily="66" charset="0"/>
              </a:defRPr>
            </a:lvl1pPr>
            <a:lvl2pPr marL="742950" indent="-285750" defTabSz="930275">
              <a:defRPr sz="2100">
                <a:solidFill>
                  <a:srgbClr val="000000"/>
                </a:solidFill>
                <a:latin typeface="Comic Sans MS" panose="030F0702030302020204" pitchFamily="66" charset="0"/>
              </a:defRPr>
            </a:lvl2pPr>
            <a:lvl3pPr marL="1143000" indent="-228600" defTabSz="930275">
              <a:defRPr sz="2100">
                <a:solidFill>
                  <a:srgbClr val="000000"/>
                </a:solidFill>
                <a:latin typeface="Comic Sans MS" panose="030F0702030302020204" pitchFamily="66" charset="0"/>
              </a:defRPr>
            </a:lvl3pPr>
            <a:lvl4pPr marL="1600200" indent="-228600" defTabSz="930275">
              <a:defRPr sz="2100">
                <a:solidFill>
                  <a:srgbClr val="000000"/>
                </a:solidFill>
                <a:latin typeface="Comic Sans MS" panose="030F0702030302020204" pitchFamily="66" charset="0"/>
              </a:defRPr>
            </a:lvl4pPr>
            <a:lvl5pPr marL="2057400" indent="-228600" defTabSz="930275">
              <a:defRPr sz="2100">
                <a:solidFill>
                  <a:srgbClr val="000000"/>
                </a:solidFill>
                <a:latin typeface="Comic Sans MS" panose="030F0702030302020204" pitchFamily="66" charset="0"/>
              </a:defRPr>
            </a:lvl5pPr>
            <a:lvl6pPr marL="2514600" indent="-228600" defTabSz="930275"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930275"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930275"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930275"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400">
              <a:solidFill>
                <a:schemeClr val="tx1"/>
              </a:solidFill>
              <a:latin typeface="Arial Black" panose="020B0A040201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9B3BA36-580F-052B-40E4-39A4418567E1}"/>
              </a:ext>
            </a:extLst>
          </p:cNvPr>
          <p:cNvSpPr>
            <a:spLocks noChangeArrowheads="1" noTextEdit="1"/>
          </p:cNvSpPr>
          <p:nvPr>
            <p:ph type="sldImg"/>
          </p:nvPr>
        </p:nvSpPr>
        <p:spPr>
          <a:xfrm>
            <a:off x="200025" y="307975"/>
            <a:ext cx="6608763" cy="3717925"/>
          </a:xfrm>
        </p:spPr>
      </p:sp>
      <p:sp>
        <p:nvSpPr>
          <p:cNvPr id="53251" name="Text Box 3">
            <a:extLst>
              <a:ext uri="{FF2B5EF4-FFF2-40B4-BE49-F238E27FC236}">
                <a16:creationId xmlns:a16="http://schemas.microsoft.com/office/drawing/2014/main" id="{947265A8-5096-B34C-1FAF-DB06259D0083}"/>
              </a:ext>
            </a:extLst>
          </p:cNvPr>
          <p:cNvSpPr txBox="1">
            <a:spLocks noChangeArrowheads="1"/>
          </p:cNvSpPr>
          <p:nvPr/>
        </p:nvSpPr>
        <p:spPr bwMode="auto">
          <a:xfrm>
            <a:off x="514350" y="4387850"/>
            <a:ext cx="5983288"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930275">
              <a:defRPr sz="2100">
                <a:solidFill>
                  <a:srgbClr val="000000"/>
                </a:solidFill>
                <a:latin typeface="Comic Sans MS" panose="030F0702030302020204" pitchFamily="66" charset="0"/>
              </a:defRPr>
            </a:lvl1pPr>
            <a:lvl2pPr marL="742950" indent="-285750" defTabSz="930275">
              <a:defRPr sz="2100">
                <a:solidFill>
                  <a:srgbClr val="000000"/>
                </a:solidFill>
                <a:latin typeface="Comic Sans MS" panose="030F0702030302020204" pitchFamily="66" charset="0"/>
              </a:defRPr>
            </a:lvl2pPr>
            <a:lvl3pPr marL="1143000" indent="-228600" defTabSz="930275">
              <a:defRPr sz="2100">
                <a:solidFill>
                  <a:srgbClr val="000000"/>
                </a:solidFill>
                <a:latin typeface="Comic Sans MS" panose="030F0702030302020204" pitchFamily="66" charset="0"/>
              </a:defRPr>
            </a:lvl3pPr>
            <a:lvl4pPr marL="1600200" indent="-228600" defTabSz="930275">
              <a:defRPr sz="2100">
                <a:solidFill>
                  <a:srgbClr val="000000"/>
                </a:solidFill>
                <a:latin typeface="Comic Sans MS" panose="030F0702030302020204" pitchFamily="66" charset="0"/>
              </a:defRPr>
            </a:lvl4pPr>
            <a:lvl5pPr marL="2057400" indent="-228600" defTabSz="930275">
              <a:defRPr sz="2100">
                <a:solidFill>
                  <a:srgbClr val="000000"/>
                </a:solidFill>
                <a:latin typeface="Comic Sans MS" panose="030F0702030302020204" pitchFamily="66" charset="0"/>
              </a:defRPr>
            </a:lvl5pPr>
            <a:lvl6pPr marL="2514600" indent="-228600" defTabSz="930275"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930275"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930275"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930275"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400">
              <a:solidFill>
                <a:schemeClr val="tx1"/>
              </a:solidFill>
              <a:latin typeface="Arial Black" panose="020B0A040201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70154C8-039B-CA19-B4C5-91E20E8C63B7}"/>
              </a:ext>
            </a:extLst>
          </p:cNvPr>
          <p:cNvSpPr>
            <a:spLocks noChangeArrowheads="1" noTextEdit="1"/>
          </p:cNvSpPr>
          <p:nvPr>
            <p:ph type="sldImg"/>
          </p:nvPr>
        </p:nvSpPr>
        <p:spPr>
          <a:xfrm>
            <a:off x="200025" y="307975"/>
            <a:ext cx="6608763" cy="3717925"/>
          </a:xfrm>
        </p:spPr>
      </p:sp>
      <p:sp>
        <p:nvSpPr>
          <p:cNvPr id="54275" name="Text Box 3">
            <a:extLst>
              <a:ext uri="{FF2B5EF4-FFF2-40B4-BE49-F238E27FC236}">
                <a16:creationId xmlns:a16="http://schemas.microsoft.com/office/drawing/2014/main" id="{F78C490E-FEC1-4427-7869-DAD111571E42}"/>
              </a:ext>
            </a:extLst>
          </p:cNvPr>
          <p:cNvSpPr txBox="1">
            <a:spLocks noChangeArrowheads="1"/>
          </p:cNvSpPr>
          <p:nvPr/>
        </p:nvSpPr>
        <p:spPr bwMode="auto">
          <a:xfrm>
            <a:off x="514350" y="4387850"/>
            <a:ext cx="5983288"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930275">
              <a:defRPr sz="2100">
                <a:solidFill>
                  <a:srgbClr val="000000"/>
                </a:solidFill>
                <a:latin typeface="Comic Sans MS" panose="030F0702030302020204" pitchFamily="66" charset="0"/>
              </a:defRPr>
            </a:lvl1pPr>
            <a:lvl2pPr marL="742950" indent="-285750" defTabSz="930275">
              <a:defRPr sz="2100">
                <a:solidFill>
                  <a:srgbClr val="000000"/>
                </a:solidFill>
                <a:latin typeface="Comic Sans MS" panose="030F0702030302020204" pitchFamily="66" charset="0"/>
              </a:defRPr>
            </a:lvl2pPr>
            <a:lvl3pPr marL="1143000" indent="-228600" defTabSz="930275">
              <a:defRPr sz="2100">
                <a:solidFill>
                  <a:srgbClr val="000000"/>
                </a:solidFill>
                <a:latin typeface="Comic Sans MS" panose="030F0702030302020204" pitchFamily="66" charset="0"/>
              </a:defRPr>
            </a:lvl3pPr>
            <a:lvl4pPr marL="1600200" indent="-228600" defTabSz="930275">
              <a:defRPr sz="2100">
                <a:solidFill>
                  <a:srgbClr val="000000"/>
                </a:solidFill>
                <a:latin typeface="Comic Sans MS" panose="030F0702030302020204" pitchFamily="66" charset="0"/>
              </a:defRPr>
            </a:lvl4pPr>
            <a:lvl5pPr marL="2057400" indent="-228600" defTabSz="930275">
              <a:defRPr sz="2100">
                <a:solidFill>
                  <a:srgbClr val="000000"/>
                </a:solidFill>
                <a:latin typeface="Comic Sans MS" panose="030F0702030302020204" pitchFamily="66" charset="0"/>
              </a:defRPr>
            </a:lvl5pPr>
            <a:lvl6pPr marL="2514600" indent="-228600" defTabSz="930275"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930275"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930275"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930275"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400">
              <a:solidFill>
                <a:schemeClr val="tx1"/>
              </a:solidFill>
              <a:latin typeface="Arial Black" panose="020B0A040201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5C27F550-547A-BF29-43BC-5A614A6360A4}"/>
              </a:ext>
            </a:extLst>
          </p:cNvPr>
          <p:cNvSpPr>
            <a:spLocks noChangeArrowheads="1" noTextEdit="1"/>
          </p:cNvSpPr>
          <p:nvPr>
            <p:ph type="sldImg"/>
          </p:nvPr>
        </p:nvSpPr>
        <p:spPr>
          <a:xfrm>
            <a:off x="200025" y="307975"/>
            <a:ext cx="6608763" cy="3717925"/>
          </a:xfrm>
        </p:spPr>
      </p:sp>
      <p:sp>
        <p:nvSpPr>
          <p:cNvPr id="55299" name="Text Box 3">
            <a:extLst>
              <a:ext uri="{FF2B5EF4-FFF2-40B4-BE49-F238E27FC236}">
                <a16:creationId xmlns:a16="http://schemas.microsoft.com/office/drawing/2014/main" id="{48BB0FEE-6D18-6569-3C79-60AE3B206B55}"/>
              </a:ext>
            </a:extLst>
          </p:cNvPr>
          <p:cNvSpPr txBox="1">
            <a:spLocks noChangeArrowheads="1"/>
          </p:cNvSpPr>
          <p:nvPr/>
        </p:nvSpPr>
        <p:spPr bwMode="auto">
          <a:xfrm>
            <a:off x="514350" y="4387850"/>
            <a:ext cx="5983288"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930275">
              <a:defRPr sz="2100">
                <a:solidFill>
                  <a:srgbClr val="000000"/>
                </a:solidFill>
                <a:latin typeface="Comic Sans MS" panose="030F0702030302020204" pitchFamily="66" charset="0"/>
              </a:defRPr>
            </a:lvl1pPr>
            <a:lvl2pPr marL="742950" indent="-285750" defTabSz="930275">
              <a:defRPr sz="2100">
                <a:solidFill>
                  <a:srgbClr val="000000"/>
                </a:solidFill>
                <a:latin typeface="Comic Sans MS" panose="030F0702030302020204" pitchFamily="66" charset="0"/>
              </a:defRPr>
            </a:lvl2pPr>
            <a:lvl3pPr marL="1143000" indent="-228600" defTabSz="930275">
              <a:defRPr sz="2100">
                <a:solidFill>
                  <a:srgbClr val="000000"/>
                </a:solidFill>
                <a:latin typeface="Comic Sans MS" panose="030F0702030302020204" pitchFamily="66" charset="0"/>
              </a:defRPr>
            </a:lvl3pPr>
            <a:lvl4pPr marL="1600200" indent="-228600" defTabSz="930275">
              <a:defRPr sz="2100">
                <a:solidFill>
                  <a:srgbClr val="000000"/>
                </a:solidFill>
                <a:latin typeface="Comic Sans MS" panose="030F0702030302020204" pitchFamily="66" charset="0"/>
              </a:defRPr>
            </a:lvl4pPr>
            <a:lvl5pPr marL="2057400" indent="-228600" defTabSz="930275">
              <a:defRPr sz="2100">
                <a:solidFill>
                  <a:srgbClr val="000000"/>
                </a:solidFill>
                <a:latin typeface="Comic Sans MS" panose="030F0702030302020204" pitchFamily="66" charset="0"/>
              </a:defRPr>
            </a:lvl5pPr>
            <a:lvl6pPr marL="2514600" indent="-228600" defTabSz="930275"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930275"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930275"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930275"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400">
              <a:solidFill>
                <a:schemeClr val="tx1"/>
              </a:solidFill>
              <a:latin typeface="Arial Black" panose="020B0A040201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BB3CC6C-EEC8-8EA6-57D5-2D76C269F556}"/>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56323" name="Text Box 3">
            <a:extLst>
              <a:ext uri="{FF2B5EF4-FFF2-40B4-BE49-F238E27FC236}">
                <a16:creationId xmlns:a16="http://schemas.microsoft.com/office/drawing/2014/main" id="{78F9E4D7-6939-1EEC-A843-8B75A4EFAE3D}"/>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4A83DF9-3D16-593B-E6D1-3D290ED2077E}"/>
              </a:ext>
            </a:extLst>
          </p:cNvPr>
          <p:cNvSpPr>
            <a:spLocks noChangeArrowheads="1" noTextEdit="1"/>
          </p:cNvSpPr>
          <p:nvPr>
            <p:ph type="sldImg"/>
          </p:nvPr>
        </p:nvSpPr>
        <p:spPr>
          <a:xfrm>
            <a:off x="200025" y="307975"/>
            <a:ext cx="6608763" cy="3717925"/>
          </a:xfrm>
        </p:spPr>
      </p:sp>
      <p:sp>
        <p:nvSpPr>
          <p:cNvPr id="57347" name="Text Box 3">
            <a:extLst>
              <a:ext uri="{FF2B5EF4-FFF2-40B4-BE49-F238E27FC236}">
                <a16:creationId xmlns:a16="http://schemas.microsoft.com/office/drawing/2014/main" id="{04729E9C-2BB9-6FD0-99E7-BCD3327370E7}"/>
              </a:ext>
            </a:extLst>
          </p:cNvPr>
          <p:cNvSpPr txBox="1">
            <a:spLocks noChangeArrowheads="1"/>
          </p:cNvSpPr>
          <p:nvPr/>
        </p:nvSpPr>
        <p:spPr bwMode="auto">
          <a:xfrm>
            <a:off x="514350" y="4387850"/>
            <a:ext cx="5983288"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930275">
              <a:defRPr sz="2100">
                <a:solidFill>
                  <a:srgbClr val="000000"/>
                </a:solidFill>
                <a:latin typeface="Comic Sans MS" panose="030F0702030302020204" pitchFamily="66" charset="0"/>
              </a:defRPr>
            </a:lvl1pPr>
            <a:lvl2pPr marL="742950" indent="-285750" defTabSz="930275">
              <a:defRPr sz="2100">
                <a:solidFill>
                  <a:srgbClr val="000000"/>
                </a:solidFill>
                <a:latin typeface="Comic Sans MS" panose="030F0702030302020204" pitchFamily="66" charset="0"/>
              </a:defRPr>
            </a:lvl2pPr>
            <a:lvl3pPr marL="1143000" indent="-228600" defTabSz="930275">
              <a:defRPr sz="2100">
                <a:solidFill>
                  <a:srgbClr val="000000"/>
                </a:solidFill>
                <a:latin typeface="Comic Sans MS" panose="030F0702030302020204" pitchFamily="66" charset="0"/>
              </a:defRPr>
            </a:lvl3pPr>
            <a:lvl4pPr marL="1600200" indent="-228600" defTabSz="930275">
              <a:defRPr sz="2100">
                <a:solidFill>
                  <a:srgbClr val="000000"/>
                </a:solidFill>
                <a:latin typeface="Comic Sans MS" panose="030F0702030302020204" pitchFamily="66" charset="0"/>
              </a:defRPr>
            </a:lvl4pPr>
            <a:lvl5pPr marL="2057400" indent="-228600" defTabSz="930275">
              <a:defRPr sz="2100">
                <a:solidFill>
                  <a:srgbClr val="000000"/>
                </a:solidFill>
                <a:latin typeface="Comic Sans MS" panose="030F0702030302020204" pitchFamily="66" charset="0"/>
              </a:defRPr>
            </a:lvl5pPr>
            <a:lvl6pPr marL="2514600" indent="-228600" defTabSz="930275"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930275"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930275"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930275"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400">
              <a:solidFill>
                <a:schemeClr val="tx1"/>
              </a:solidFill>
              <a:latin typeface="Arial Black" panose="020B0A040201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7CFD3A9-C3F2-8A16-D297-2E05E706CE8E}"/>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58371" name="Text Box 3">
            <a:extLst>
              <a:ext uri="{FF2B5EF4-FFF2-40B4-BE49-F238E27FC236}">
                <a16:creationId xmlns:a16="http://schemas.microsoft.com/office/drawing/2014/main" id="{309D8038-909E-5B7A-2741-989789DEDF39}"/>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4056D65-262F-9C9E-09CD-010C2F1268FF}"/>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59395" name="Text Box 3">
            <a:extLst>
              <a:ext uri="{FF2B5EF4-FFF2-40B4-BE49-F238E27FC236}">
                <a16:creationId xmlns:a16="http://schemas.microsoft.com/office/drawing/2014/main" id="{3468EB1D-D833-9DC5-F9C0-5AADDACB1925}"/>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22CC206-D173-1FC7-6C96-A1BAB822D892}"/>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0419" name="Text Box 3">
            <a:extLst>
              <a:ext uri="{FF2B5EF4-FFF2-40B4-BE49-F238E27FC236}">
                <a16:creationId xmlns:a16="http://schemas.microsoft.com/office/drawing/2014/main" id="{92689EA6-F524-FA94-0977-14AC5C1492CC}"/>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4621483-362B-77EB-A5F7-0400E3727671}"/>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1443" name="Text Box 3">
            <a:extLst>
              <a:ext uri="{FF2B5EF4-FFF2-40B4-BE49-F238E27FC236}">
                <a16:creationId xmlns:a16="http://schemas.microsoft.com/office/drawing/2014/main" id="{CCEB221E-C9D1-C73D-01F0-578FEFF2357B}"/>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4BA3B79-E6F9-A535-8513-7339CE246A0A}"/>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2467" name="Text Box 3">
            <a:extLst>
              <a:ext uri="{FF2B5EF4-FFF2-40B4-BE49-F238E27FC236}">
                <a16:creationId xmlns:a16="http://schemas.microsoft.com/office/drawing/2014/main" id="{266CC245-9416-1B7C-C01F-1F3C92A1A58A}"/>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064A513-C199-1706-6B8C-59801C62A948}"/>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3491" name="Text Box 3">
            <a:extLst>
              <a:ext uri="{FF2B5EF4-FFF2-40B4-BE49-F238E27FC236}">
                <a16:creationId xmlns:a16="http://schemas.microsoft.com/office/drawing/2014/main" id="{2B14197F-F66C-0F16-CFB0-A54F9EA96044}"/>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E1D2A9C-D321-7587-9BA9-5942CFD1193A}"/>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4515" name="Text Box 3">
            <a:extLst>
              <a:ext uri="{FF2B5EF4-FFF2-40B4-BE49-F238E27FC236}">
                <a16:creationId xmlns:a16="http://schemas.microsoft.com/office/drawing/2014/main" id="{0DB423F8-07EE-A0A0-969B-E6EC77D4CE6A}"/>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19D3181-3C2D-8A12-37D8-0D04C6B84A05}"/>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5539" name="Text Box 3">
            <a:extLst>
              <a:ext uri="{FF2B5EF4-FFF2-40B4-BE49-F238E27FC236}">
                <a16:creationId xmlns:a16="http://schemas.microsoft.com/office/drawing/2014/main" id="{454CDA54-82F8-5A55-5D81-057C77340663}"/>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FBD3D6E-5675-6952-554A-0C154DF90D1B}"/>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6563" name="Text Box 3">
            <a:extLst>
              <a:ext uri="{FF2B5EF4-FFF2-40B4-BE49-F238E27FC236}">
                <a16:creationId xmlns:a16="http://schemas.microsoft.com/office/drawing/2014/main" id="{DBBB0C4C-95AA-3DBD-7014-D100E4BC147C}"/>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E29CDA98-E9BC-85F6-CF55-1F5707D7D071}"/>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7587" name="Text Box 3">
            <a:extLst>
              <a:ext uri="{FF2B5EF4-FFF2-40B4-BE49-F238E27FC236}">
                <a16:creationId xmlns:a16="http://schemas.microsoft.com/office/drawing/2014/main" id="{E10E64F3-56B7-0758-E20F-90E1F390C632}"/>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E8D9FE5-9F43-1B3E-032A-4A7FCC0E0287}"/>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8611" name="Text Box 3">
            <a:extLst>
              <a:ext uri="{FF2B5EF4-FFF2-40B4-BE49-F238E27FC236}">
                <a16:creationId xmlns:a16="http://schemas.microsoft.com/office/drawing/2014/main" id="{43D9497C-76BE-586C-EF03-B2091E7867F6}"/>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62ABC35-4D01-ABED-51CA-AD7B272B21EC}"/>
              </a:ext>
            </a:extLst>
          </p:cNvPr>
          <p:cNvSpPr>
            <a:spLocks noChangeArrowheads="1" noTextEdit="1"/>
          </p:cNvSpPr>
          <p:nvPr>
            <p:ph type="sldImg"/>
          </p:nvPr>
        </p:nvSpPr>
        <p:spPr>
          <a:xfrm>
            <a:off x="285750" y="307975"/>
            <a:ext cx="6435725" cy="3621088"/>
          </a:xfrm>
          <a:solidFill>
            <a:srgbClr val="FFFFFF"/>
          </a:solidFill>
          <a:ln>
            <a:solidFill>
              <a:srgbClr val="000000"/>
            </a:solidFill>
            <a:miter lim="800000"/>
            <a:headEnd/>
            <a:tailEnd/>
          </a:ln>
        </p:spPr>
      </p:sp>
      <p:sp>
        <p:nvSpPr>
          <p:cNvPr id="69635" name="Text Box 3">
            <a:extLst>
              <a:ext uri="{FF2B5EF4-FFF2-40B4-BE49-F238E27FC236}">
                <a16:creationId xmlns:a16="http://schemas.microsoft.com/office/drawing/2014/main" id="{2208E972-E080-ED53-BA60-AF6A56D6914E}"/>
              </a:ext>
            </a:extLst>
          </p:cNvPr>
          <p:cNvSpPr txBox="1">
            <a:spLocks noChangeArrowheads="1"/>
          </p:cNvSpPr>
          <p:nvPr/>
        </p:nvSpPr>
        <p:spPr bwMode="auto">
          <a:xfrm>
            <a:off x="514350" y="4387850"/>
            <a:ext cx="59817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14" tIns="45707" rIns="91414" bIns="45707" anchor="ct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sz="26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1">
            <a:extLst>
              <a:ext uri="{FF2B5EF4-FFF2-40B4-BE49-F238E27FC236}">
                <a16:creationId xmlns:a16="http://schemas.microsoft.com/office/drawing/2014/main" id="{9880FA3E-5671-4DEC-FD1E-114BF2B663C8}"/>
              </a:ext>
            </a:extLst>
          </p:cNvPr>
          <p:cNvSpPr>
            <a:spLocks noGrp="1" noRot="1" noChangeAspect="1" noChangeArrowheads="1" noTextEdit="1"/>
          </p:cNvSpPr>
          <p:nvPr>
            <p:ph type="sldImg"/>
          </p:nvPr>
        </p:nvSpPr>
        <p:spPr>
          <a:xfrm>
            <a:off x="404813" y="696913"/>
            <a:ext cx="6199187" cy="3486150"/>
          </a:xfrm>
        </p:spPr>
      </p:sp>
      <p:sp>
        <p:nvSpPr>
          <p:cNvPr id="70659" name="Text Box 2">
            <a:extLst>
              <a:ext uri="{FF2B5EF4-FFF2-40B4-BE49-F238E27FC236}">
                <a16:creationId xmlns:a16="http://schemas.microsoft.com/office/drawing/2014/main" id="{5170354E-EAE6-AFB4-8DB4-F89827BCE13C}"/>
              </a:ext>
            </a:extLst>
          </p:cNvPr>
          <p:cNvSpPr txBox="1">
            <a:spLocks noChangeArrowheads="1"/>
          </p:cNvSpPr>
          <p:nvPr/>
        </p:nvSpPr>
        <p:spPr bwMode="auto">
          <a:xfrm>
            <a:off x="514350" y="4387850"/>
            <a:ext cx="5983288"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14B89F7-791E-FAE6-6F24-48BCBD74EB65}"/>
              </a:ext>
            </a:extLst>
          </p:cNvPr>
          <p:cNvSpPr/>
          <p:nvPr/>
        </p:nvSpPr>
        <p:spPr>
          <a:xfrm>
            <a:off x="921433" y="106035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81633" tIns="40817" rIns="81633" bIns="40817" anchor="ctr"/>
          <a:lstStyle/>
          <a:p>
            <a:pPr algn="ctr" defTabSz="370286" eaLnBrk="1" hangingPunct="1">
              <a:defRPr/>
            </a:pPr>
            <a:endParaRPr lang="en-US"/>
          </a:p>
        </p:txBody>
      </p:sp>
      <p:sp>
        <p:nvSpPr>
          <p:cNvPr id="3" name="Oval 2">
            <a:extLst>
              <a:ext uri="{FF2B5EF4-FFF2-40B4-BE49-F238E27FC236}">
                <a16:creationId xmlns:a16="http://schemas.microsoft.com/office/drawing/2014/main" id="{54C43017-EB71-06DA-BC4C-3CB2DF266463}"/>
              </a:ext>
            </a:extLst>
          </p:cNvPr>
          <p:cNvSpPr/>
          <p:nvPr/>
        </p:nvSpPr>
        <p:spPr>
          <a:xfrm>
            <a:off x="1157288" y="1008063"/>
            <a:ext cx="63500" cy="49212"/>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81633" tIns="40817" rIns="81633" bIns="40817" anchor="ctr"/>
          <a:lstStyle/>
          <a:p>
            <a:pPr algn="ctr" defTabSz="370286" eaLnBrk="1" hangingPunct="1">
              <a:defRPr/>
            </a:pPr>
            <a:endParaRPr lang="en-US"/>
          </a:p>
        </p:txBody>
      </p:sp>
      <p:sp>
        <p:nvSpPr>
          <p:cNvPr id="14" name="Title 13"/>
          <p:cNvSpPr>
            <a:spLocks noGrp="1"/>
          </p:cNvSpPr>
          <p:nvPr>
            <p:ph type="ctrTitle"/>
          </p:nvPr>
        </p:nvSpPr>
        <p:spPr>
          <a:xfrm>
            <a:off x="1432560" y="269923"/>
            <a:ext cx="7406640" cy="1104138"/>
          </a:xfrm>
        </p:spPr>
        <p:txBody>
          <a:bodyPr anchor="b"/>
          <a:lstStyle>
            <a:lvl1pPr algn="l">
              <a:defRPr sz="2900"/>
            </a:lvl1pPr>
            <a:extLst/>
          </a:lstStyle>
          <a:p>
            <a:r>
              <a:rPr lang="en-US" dirty="0"/>
              <a:t>Click to edit Master title style</a:t>
            </a:r>
          </a:p>
        </p:txBody>
      </p:sp>
      <p:sp>
        <p:nvSpPr>
          <p:cNvPr id="22" name="Subtitle 21"/>
          <p:cNvSpPr>
            <a:spLocks noGrp="1"/>
          </p:cNvSpPr>
          <p:nvPr>
            <p:ph type="subTitle" idx="1"/>
          </p:nvPr>
        </p:nvSpPr>
        <p:spPr>
          <a:xfrm>
            <a:off x="1432560" y="1387548"/>
            <a:ext cx="7406640" cy="1314450"/>
          </a:xfrm>
        </p:spPr>
        <p:txBody>
          <a:bodyPr tIns="0">
            <a:normAutofit/>
          </a:bodyPr>
          <a:lstStyle>
            <a:lvl1pPr marL="24490" indent="0" algn="l">
              <a:buNone/>
              <a:defRPr sz="2300">
                <a:solidFill>
                  <a:schemeClr val="tx2">
                    <a:shade val="30000"/>
                    <a:satMod val="150000"/>
                  </a:schemeClr>
                </a:solidFill>
              </a:defRPr>
            </a:lvl1pPr>
            <a:lvl2pPr marL="408167" indent="0" algn="ctr">
              <a:buNone/>
            </a:lvl2pPr>
            <a:lvl3pPr marL="816333" indent="0" algn="ctr">
              <a:buNone/>
            </a:lvl3pPr>
            <a:lvl4pPr marL="1224500" indent="0" algn="ctr">
              <a:buNone/>
            </a:lvl4pPr>
            <a:lvl5pPr marL="1632666" indent="0" algn="ctr">
              <a:buNone/>
            </a:lvl5pPr>
            <a:lvl6pPr marL="2040833" indent="0" algn="ctr">
              <a:buNone/>
            </a:lvl6pPr>
            <a:lvl7pPr marL="2448999" indent="0" algn="ctr">
              <a:buNone/>
            </a:lvl7pPr>
            <a:lvl8pPr marL="2857166" indent="0" algn="ctr">
              <a:buNone/>
            </a:lvl8pPr>
            <a:lvl9pPr marL="3265332" indent="0" algn="ctr">
              <a:buNone/>
            </a:lvl9pPr>
            <a:extLst/>
          </a:lstStyle>
          <a:p>
            <a:r>
              <a:rPr lang="en-US" dirty="0"/>
              <a:t>Click to edit Master subtitle style</a:t>
            </a:r>
          </a:p>
        </p:txBody>
      </p:sp>
      <p:sp>
        <p:nvSpPr>
          <p:cNvPr id="4" name="Date Placeholder 6">
            <a:extLst>
              <a:ext uri="{FF2B5EF4-FFF2-40B4-BE49-F238E27FC236}">
                <a16:creationId xmlns:a16="http://schemas.microsoft.com/office/drawing/2014/main" id="{38CB4837-0275-7A1E-D992-91F41DCF47C0}"/>
              </a:ext>
            </a:extLst>
          </p:cNvPr>
          <p:cNvSpPr>
            <a:spLocks noGrp="1"/>
          </p:cNvSpPr>
          <p:nvPr>
            <p:ph type="dt" sz="half" idx="10"/>
          </p:nvPr>
        </p:nvSpPr>
        <p:spPr/>
        <p:txBody>
          <a:bodyPr/>
          <a:lstStyle>
            <a:lvl1pPr>
              <a:defRPr/>
            </a:lvl1pPr>
            <a:extLst/>
          </a:lstStyle>
          <a:p>
            <a:pPr>
              <a:defRPr/>
            </a:pPr>
            <a:fld id="{FF3BF524-8C40-42C3-B3D8-A8B02607FAE6}" type="datetimeFigureOut">
              <a:rPr lang="en-US"/>
              <a:pPr>
                <a:defRPr/>
              </a:pPr>
              <a:t>4/7/2026</a:t>
            </a:fld>
            <a:endParaRPr lang="en-US"/>
          </a:p>
        </p:txBody>
      </p:sp>
      <p:sp>
        <p:nvSpPr>
          <p:cNvPr id="5" name="Footer Placeholder 19">
            <a:extLst>
              <a:ext uri="{FF2B5EF4-FFF2-40B4-BE49-F238E27FC236}">
                <a16:creationId xmlns:a16="http://schemas.microsoft.com/office/drawing/2014/main" id="{E548C09B-313C-B405-9021-5C844780E36B}"/>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6" name="Slide Number Placeholder 9">
            <a:extLst>
              <a:ext uri="{FF2B5EF4-FFF2-40B4-BE49-F238E27FC236}">
                <a16:creationId xmlns:a16="http://schemas.microsoft.com/office/drawing/2014/main" id="{46980CEC-7361-3D07-D9D4-95358F41A08F}"/>
              </a:ext>
            </a:extLst>
          </p:cNvPr>
          <p:cNvSpPr>
            <a:spLocks noGrp="1"/>
          </p:cNvSpPr>
          <p:nvPr>
            <p:ph type="sldNum" sz="quarter" idx="12"/>
          </p:nvPr>
        </p:nvSpPr>
        <p:spPr/>
        <p:txBody>
          <a:bodyPr/>
          <a:lstStyle>
            <a:lvl1pPr>
              <a:defRPr/>
            </a:lvl1pPr>
          </a:lstStyle>
          <a:p>
            <a:fld id="{5A02F2B4-B69E-4BB6-8116-AEF6308EA475}" type="slidenum">
              <a:rPr lang="en-US" altLang="en-US"/>
              <a:pPr/>
              <a:t>‹#›</a:t>
            </a:fld>
            <a:endParaRPr lang="en-US" altLang="en-US"/>
          </a:p>
        </p:txBody>
      </p:sp>
    </p:spTree>
    <p:extLst>
      <p:ext uri="{BB962C8B-B14F-4D97-AF65-F5344CB8AC3E}">
        <p14:creationId xmlns:p14="http://schemas.microsoft.com/office/powerpoint/2010/main" val="3766806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extLst/>
          </a:lstStyle>
          <a:p>
            <a:r>
              <a:rPr lang="en-US" dirty="0"/>
              <a:t>Click to edit Master title style</a:t>
            </a:r>
          </a:p>
        </p:txBody>
      </p:sp>
      <p:sp>
        <p:nvSpPr>
          <p:cNvPr id="3" name="Content Placeholder 2"/>
          <p:cNvSpPr>
            <a:spLocks noGrp="1"/>
          </p:cNvSpPr>
          <p:nvPr>
            <p:ph idx="1"/>
          </p:nvPr>
        </p:nvSpPr>
        <p:spPr/>
        <p:txBody>
          <a:bodyPr/>
          <a:lstStyle>
            <a:lvl2pPr>
              <a:defRPr sz="2400"/>
            </a:lvl2pPr>
            <a:lvl3pPr>
              <a:defRPr sz="2000"/>
            </a:lvl3pPr>
            <a:extLs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90483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062FCC-1280-D273-B32A-CC08E017BD17}"/>
              </a:ext>
            </a:extLst>
          </p:cNvPr>
          <p:cNvSpPr/>
          <p:nvPr/>
        </p:nvSpPr>
        <p:spPr>
          <a:xfrm>
            <a:off x="2282825" y="0"/>
            <a:ext cx="6858000"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5" name="Rectangle 4">
            <a:extLst>
              <a:ext uri="{FF2B5EF4-FFF2-40B4-BE49-F238E27FC236}">
                <a16:creationId xmlns:a16="http://schemas.microsoft.com/office/drawing/2014/main" id="{8DE18081-892E-54DF-B343-0ADC0F11F3FE}"/>
              </a:ext>
            </a:extLst>
          </p:cNvPr>
          <p:cNvSpPr/>
          <p:nvPr/>
        </p:nvSpPr>
        <p:spPr bwMode="invGray">
          <a:xfrm>
            <a:off x="2286000" y="0"/>
            <a:ext cx="76200" cy="51435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6" name="Oval 5">
            <a:extLst>
              <a:ext uri="{FF2B5EF4-FFF2-40B4-BE49-F238E27FC236}">
                <a16:creationId xmlns:a16="http://schemas.microsoft.com/office/drawing/2014/main" id="{0280B032-126D-B33F-9C62-12F502700E7F}"/>
              </a:ext>
            </a:extLst>
          </p:cNvPr>
          <p:cNvSpPr/>
          <p:nvPr/>
        </p:nvSpPr>
        <p:spPr>
          <a:xfrm>
            <a:off x="2172321" y="211099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81633" tIns="40817" rIns="81633" bIns="40817" anchor="ctr"/>
          <a:lstStyle/>
          <a:p>
            <a:pPr algn="ctr" defTabSz="370286" eaLnBrk="1" hangingPunct="1">
              <a:defRPr/>
            </a:pPr>
            <a:endParaRPr lang="en-US"/>
          </a:p>
        </p:txBody>
      </p:sp>
      <p:sp>
        <p:nvSpPr>
          <p:cNvPr id="7" name="Oval 6">
            <a:extLst>
              <a:ext uri="{FF2B5EF4-FFF2-40B4-BE49-F238E27FC236}">
                <a16:creationId xmlns:a16="http://schemas.microsoft.com/office/drawing/2014/main" id="{D698D9EE-FC80-7CD8-2E7E-453B6801FFAF}"/>
              </a:ext>
            </a:extLst>
          </p:cNvPr>
          <p:cNvSpPr/>
          <p:nvPr/>
        </p:nvSpPr>
        <p:spPr>
          <a:xfrm>
            <a:off x="2408238" y="2058988"/>
            <a:ext cx="63500" cy="49212"/>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81633" tIns="40817" rIns="81633" bIns="40817" anchor="ctr"/>
          <a:lstStyle/>
          <a:p>
            <a:pPr algn="ctr" defTabSz="370286" eaLnBrk="1" hangingPunct="1">
              <a:defRPr/>
            </a:pPr>
            <a:endParaRPr lang="en-US"/>
          </a:p>
        </p:txBody>
      </p:sp>
      <p:sp>
        <p:nvSpPr>
          <p:cNvPr id="2" name="Title 1"/>
          <p:cNvSpPr>
            <a:spLocks noGrp="1"/>
          </p:cNvSpPr>
          <p:nvPr>
            <p:ph type="title"/>
          </p:nvPr>
        </p:nvSpPr>
        <p:spPr>
          <a:xfrm>
            <a:off x="2578392" y="1950244"/>
            <a:ext cx="6400800" cy="1714500"/>
          </a:xfrm>
        </p:spPr>
        <p:txBody>
          <a:bodyPr anchor="t"/>
          <a:lstStyle>
            <a:lvl1pPr algn="l">
              <a:lnSpc>
                <a:spcPts val="4017"/>
              </a:lnSpc>
              <a:buNone/>
              <a:defRPr sz="3600" b="1" cap="all"/>
            </a:lvl1pPr>
            <a:extLst/>
          </a:lstStyle>
          <a:p>
            <a:r>
              <a:rPr lang="en-US"/>
              <a:t>Click to edit Master title style</a:t>
            </a:r>
          </a:p>
        </p:txBody>
      </p:sp>
      <p:sp>
        <p:nvSpPr>
          <p:cNvPr id="3" name="Text Placeholder 2"/>
          <p:cNvSpPr>
            <a:spLocks noGrp="1"/>
          </p:cNvSpPr>
          <p:nvPr>
            <p:ph type="body" idx="1"/>
          </p:nvPr>
        </p:nvSpPr>
        <p:spPr>
          <a:xfrm>
            <a:off x="2578392" y="800100"/>
            <a:ext cx="6400800" cy="1132284"/>
          </a:xfrm>
        </p:spPr>
        <p:txBody>
          <a:bodyPr anchor="b"/>
          <a:lstStyle>
            <a:lvl1pPr marL="16327" indent="0">
              <a:lnSpc>
                <a:spcPts val="2053"/>
              </a:lnSpc>
              <a:spcBef>
                <a:spcPts val="0"/>
              </a:spcBef>
              <a:buNone/>
              <a:defRPr sz="1800">
                <a:solidFill>
                  <a:schemeClr val="tx2">
                    <a:shade val="30000"/>
                    <a:satMod val="150000"/>
                  </a:schemeClr>
                </a:solidFill>
              </a:defRPr>
            </a:lvl1pPr>
            <a:lvl2pPr>
              <a:buNone/>
              <a:defRPr sz="1600">
                <a:solidFill>
                  <a:schemeClr val="tx1">
                    <a:tint val="75000"/>
                  </a:schemeClr>
                </a:solidFill>
              </a:defRPr>
            </a:lvl2pPr>
            <a:lvl3pPr>
              <a:buNone/>
              <a:defRPr sz="1500">
                <a:solidFill>
                  <a:schemeClr val="tx1">
                    <a:tint val="75000"/>
                  </a:schemeClr>
                </a:solidFill>
              </a:defRPr>
            </a:lvl3pPr>
            <a:lvl4pPr>
              <a:buNone/>
              <a:defRPr sz="1200">
                <a:solidFill>
                  <a:schemeClr val="tx1">
                    <a:tint val="75000"/>
                  </a:schemeClr>
                </a:solidFill>
              </a:defRPr>
            </a:lvl4pPr>
            <a:lvl5pPr>
              <a:buNone/>
              <a:defRPr sz="1200">
                <a:solidFill>
                  <a:schemeClr val="tx1">
                    <a:tint val="75000"/>
                  </a:schemeClr>
                </a:solidFill>
              </a:defRPr>
            </a:lvl5pPr>
            <a:extLst/>
          </a:lstStyle>
          <a:p>
            <a:pPr lvl="0"/>
            <a:r>
              <a:rPr lang="en-US"/>
              <a:t>Click to edit Master text styles</a:t>
            </a:r>
          </a:p>
        </p:txBody>
      </p:sp>
      <p:sp>
        <p:nvSpPr>
          <p:cNvPr id="8" name="Date Placeholder 3">
            <a:extLst>
              <a:ext uri="{FF2B5EF4-FFF2-40B4-BE49-F238E27FC236}">
                <a16:creationId xmlns:a16="http://schemas.microsoft.com/office/drawing/2014/main" id="{2D985BD4-8E6C-70A5-F866-45893EB4C619}"/>
              </a:ext>
            </a:extLst>
          </p:cNvPr>
          <p:cNvSpPr>
            <a:spLocks noGrp="1"/>
          </p:cNvSpPr>
          <p:nvPr>
            <p:ph type="dt" sz="half" idx="10"/>
          </p:nvPr>
        </p:nvSpPr>
        <p:spPr/>
        <p:txBody>
          <a:bodyPr/>
          <a:lstStyle>
            <a:lvl1pPr>
              <a:defRPr/>
            </a:lvl1pPr>
            <a:extLst/>
          </a:lstStyle>
          <a:p>
            <a:pPr>
              <a:defRPr/>
            </a:pPr>
            <a:fld id="{24437FB7-737C-4E2F-A4ED-478FBA6D15A2}" type="datetimeFigureOut">
              <a:rPr lang="en-US"/>
              <a:pPr>
                <a:defRPr/>
              </a:pPr>
              <a:t>4/7/2026</a:t>
            </a:fld>
            <a:endParaRPr lang="en-US"/>
          </a:p>
        </p:txBody>
      </p:sp>
      <p:sp>
        <p:nvSpPr>
          <p:cNvPr id="9" name="Footer Placeholder 4">
            <a:extLst>
              <a:ext uri="{FF2B5EF4-FFF2-40B4-BE49-F238E27FC236}">
                <a16:creationId xmlns:a16="http://schemas.microsoft.com/office/drawing/2014/main" id="{5D30FB8B-3E10-F3EE-C2B1-C2C17904642F}"/>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10" name="Slide Number Placeholder 5">
            <a:extLst>
              <a:ext uri="{FF2B5EF4-FFF2-40B4-BE49-F238E27FC236}">
                <a16:creationId xmlns:a16="http://schemas.microsoft.com/office/drawing/2014/main" id="{B3A59469-89A5-43F6-A58A-F2F1953AFA8E}"/>
              </a:ext>
            </a:extLst>
          </p:cNvPr>
          <p:cNvSpPr>
            <a:spLocks noGrp="1"/>
          </p:cNvSpPr>
          <p:nvPr>
            <p:ph type="sldNum" sz="quarter" idx="12"/>
          </p:nvPr>
        </p:nvSpPr>
        <p:spPr/>
        <p:txBody>
          <a:bodyPr/>
          <a:lstStyle>
            <a:lvl1pPr>
              <a:defRPr/>
            </a:lvl1pPr>
          </a:lstStyle>
          <a:p>
            <a:fld id="{E3578685-07AC-4608-B245-06684485D645}" type="slidenum">
              <a:rPr lang="en-US" altLang="en-US"/>
              <a:pPr/>
              <a:t>‹#›</a:t>
            </a:fld>
            <a:endParaRPr lang="en-US" altLang="en-US"/>
          </a:p>
        </p:txBody>
      </p:sp>
    </p:spTree>
    <p:extLst>
      <p:ext uri="{BB962C8B-B14F-4D97-AF65-F5344CB8AC3E}">
        <p14:creationId xmlns:p14="http://schemas.microsoft.com/office/powerpoint/2010/main" val="169390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9" y="205740"/>
            <a:ext cx="7498080" cy="857250"/>
          </a:xfrm>
        </p:spPr>
        <p:txBody>
          <a:bodyPr/>
          <a:lstStyle/>
          <a:p>
            <a:r>
              <a:rPr lang="en-US"/>
              <a:t>Click to edit Master title style</a:t>
            </a:r>
          </a:p>
        </p:txBody>
      </p:sp>
      <p:sp>
        <p:nvSpPr>
          <p:cNvPr id="3" name="Content Placeholder 2"/>
          <p:cNvSpPr>
            <a:spLocks noGrp="1"/>
          </p:cNvSpPr>
          <p:nvPr>
            <p:ph sz="half" idx="1"/>
          </p:nvPr>
        </p:nvSpPr>
        <p:spPr>
          <a:xfrm>
            <a:off x="1435608" y="1143000"/>
            <a:ext cx="3657600" cy="3497580"/>
          </a:xfrm>
        </p:spPr>
        <p:txBody>
          <a:bodyPr/>
          <a:lstStyle>
            <a:lvl1pPr>
              <a:defRPr sz="2500"/>
            </a:lvl1pPr>
            <a:lvl2pPr>
              <a:defRPr sz="21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143000"/>
            <a:ext cx="3657600" cy="3497580"/>
          </a:xfrm>
        </p:spPr>
        <p:txBody>
          <a:bodyPr/>
          <a:lstStyle>
            <a:lvl1pPr>
              <a:defRPr sz="2500"/>
            </a:lvl1pPr>
            <a:lvl2pPr>
              <a:defRPr sz="21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9E0AE1-FB0E-EA03-1B50-74B901938D24}"/>
              </a:ext>
            </a:extLst>
          </p:cNvPr>
          <p:cNvSpPr>
            <a:spLocks noGrp="1"/>
          </p:cNvSpPr>
          <p:nvPr>
            <p:ph type="dt" sz="half" idx="10"/>
          </p:nvPr>
        </p:nvSpPr>
        <p:spPr/>
        <p:txBody>
          <a:bodyPr/>
          <a:lstStyle>
            <a:lvl1pPr>
              <a:defRPr/>
            </a:lvl1pPr>
            <a:extLst/>
          </a:lstStyle>
          <a:p>
            <a:pPr>
              <a:defRPr/>
            </a:pPr>
            <a:fld id="{3B856AB4-CBD1-4B79-A4B1-5C9D18A63DD8}" type="datetimeFigureOut">
              <a:rPr lang="en-US"/>
              <a:pPr>
                <a:defRPr/>
              </a:pPr>
              <a:t>4/7/2026</a:t>
            </a:fld>
            <a:endParaRPr lang="en-US"/>
          </a:p>
        </p:txBody>
      </p:sp>
      <p:sp>
        <p:nvSpPr>
          <p:cNvPr id="6" name="Footer Placeholder 5">
            <a:extLst>
              <a:ext uri="{FF2B5EF4-FFF2-40B4-BE49-F238E27FC236}">
                <a16:creationId xmlns:a16="http://schemas.microsoft.com/office/drawing/2014/main" id="{7400A0F5-279A-84FA-2CC9-4C576C9A959E}"/>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7" name="Slide Number Placeholder 6">
            <a:extLst>
              <a:ext uri="{FF2B5EF4-FFF2-40B4-BE49-F238E27FC236}">
                <a16:creationId xmlns:a16="http://schemas.microsoft.com/office/drawing/2014/main" id="{D39AADAC-FA62-CD4A-0A10-DCA713AE936A}"/>
              </a:ext>
            </a:extLst>
          </p:cNvPr>
          <p:cNvSpPr>
            <a:spLocks noGrp="1"/>
          </p:cNvSpPr>
          <p:nvPr>
            <p:ph type="sldNum" sz="quarter" idx="12"/>
          </p:nvPr>
        </p:nvSpPr>
        <p:spPr/>
        <p:txBody>
          <a:bodyPr/>
          <a:lstStyle>
            <a:lvl1pPr>
              <a:defRPr/>
            </a:lvl1pPr>
          </a:lstStyle>
          <a:p>
            <a:fld id="{0A1CA511-4CE1-4DA0-B3ED-903CF5D8BB6A}" type="slidenum">
              <a:rPr lang="en-US" altLang="en-US"/>
              <a:pPr/>
              <a:t>‹#›</a:t>
            </a:fld>
            <a:endParaRPr lang="en-US" altLang="en-US"/>
          </a:p>
        </p:txBody>
      </p:sp>
    </p:spTree>
    <p:extLst>
      <p:ext uri="{BB962C8B-B14F-4D97-AF65-F5344CB8AC3E}">
        <p14:creationId xmlns:p14="http://schemas.microsoft.com/office/powerpoint/2010/main" val="2084731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70252"/>
            <a:ext cx="8229600" cy="857250"/>
          </a:xfrm>
        </p:spPr>
        <p:txBody>
          <a:bodyPr/>
          <a:lstStyle>
            <a:lvl1pPr algn="ctr">
              <a:defRPr sz="4000" b="1" cap="none" baseline="0"/>
            </a:lvl1pPr>
            <a:extLst/>
          </a:lstStyle>
          <a:p>
            <a:r>
              <a:rPr lang="en-US"/>
              <a:t>Click to edit Master title style</a:t>
            </a:r>
          </a:p>
        </p:txBody>
      </p:sp>
      <p:sp>
        <p:nvSpPr>
          <p:cNvPr id="3" name="Text Placeholder 2"/>
          <p:cNvSpPr>
            <a:spLocks noGrp="1"/>
          </p:cNvSpPr>
          <p:nvPr>
            <p:ph type="body" idx="1"/>
          </p:nvPr>
        </p:nvSpPr>
        <p:spPr>
          <a:xfrm>
            <a:off x="457200" y="246209"/>
            <a:ext cx="4023360" cy="480060"/>
          </a:xfrm>
          <a:solidFill>
            <a:schemeClr val="bg1"/>
          </a:solidFill>
          <a:ln w="10795">
            <a:solidFill>
              <a:schemeClr val="bg1"/>
            </a:solidFill>
            <a:miter lim="800000"/>
          </a:ln>
        </p:spPr>
        <p:txBody>
          <a:bodyPr anchor="ctr"/>
          <a:lstStyle>
            <a:lvl1pPr marL="57143" indent="0" algn="l">
              <a:lnSpc>
                <a:spcPct val="100000"/>
              </a:lnSpc>
              <a:spcBef>
                <a:spcPts val="89"/>
              </a:spcBef>
              <a:buNone/>
              <a:defRPr sz="1700" b="0">
                <a:solidFill>
                  <a:schemeClr val="tx1"/>
                </a:solidFill>
              </a:defRPr>
            </a:lvl1pPr>
            <a:lvl2pPr>
              <a:buNone/>
              <a:defRPr sz="1800" b="1"/>
            </a:lvl2pPr>
            <a:lvl3pPr>
              <a:buNone/>
              <a:defRPr sz="1600" b="1"/>
            </a:lvl3pPr>
            <a:lvl4pPr>
              <a:buNone/>
              <a:defRPr sz="1500" b="1"/>
            </a:lvl4pPr>
            <a:lvl5pPr>
              <a:buNone/>
              <a:defRPr sz="1500" b="1"/>
            </a:lvl5pPr>
            <a:extLst/>
          </a:lstStyle>
          <a:p>
            <a:pPr lvl="0"/>
            <a:r>
              <a:rPr lang="en-US"/>
              <a:t>Click to edit Master text styles</a:t>
            </a:r>
          </a:p>
        </p:txBody>
      </p:sp>
      <p:sp>
        <p:nvSpPr>
          <p:cNvPr id="4" name="Text Placeholder 3"/>
          <p:cNvSpPr>
            <a:spLocks noGrp="1"/>
          </p:cNvSpPr>
          <p:nvPr>
            <p:ph type="body" sz="half" idx="3"/>
          </p:nvPr>
        </p:nvSpPr>
        <p:spPr>
          <a:xfrm>
            <a:off x="4663441" y="246209"/>
            <a:ext cx="4023360" cy="480060"/>
          </a:xfrm>
          <a:solidFill>
            <a:schemeClr val="bg1"/>
          </a:solidFill>
          <a:ln w="10795">
            <a:solidFill>
              <a:schemeClr val="bg1"/>
            </a:solidFill>
            <a:miter lim="800000"/>
          </a:ln>
        </p:spPr>
        <p:txBody>
          <a:bodyPr anchor="ctr"/>
          <a:lstStyle>
            <a:lvl1pPr marL="57143" indent="0" algn="l">
              <a:lnSpc>
                <a:spcPct val="100000"/>
              </a:lnSpc>
              <a:spcBef>
                <a:spcPts val="89"/>
              </a:spcBef>
              <a:buNone/>
              <a:defRPr sz="1700" b="0">
                <a:solidFill>
                  <a:schemeClr val="tx1"/>
                </a:solidFill>
              </a:defRPr>
            </a:lvl1pPr>
            <a:lvl2pPr>
              <a:buNone/>
              <a:defRPr sz="1800" b="1"/>
            </a:lvl2pPr>
            <a:lvl3pPr>
              <a:buNone/>
              <a:defRPr sz="1600" b="1"/>
            </a:lvl3pPr>
            <a:lvl4pPr>
              <a:buNone/>
              <a:defRPr sz="1500" b="1"/>
            </a:lvl4pPr>
            <a:lvl5pPr>
              <a:buNone/>
              <a:defRPr sz="1500" b="1"/>
            </a:lvl5pPr>
            <a:extLst/>
          </a:lstStyle>
          <a:p>
            <a:pPr lvl="0"/>
            <a:r>
              <a:rPr lang="en-US"/>
              <a:t>Click to edit Master text styles</a:t>
            </a:r>
          </a:p>
        </p:txBody>
      </p:sp>
      <p:sp>
        <p:nvSpPr>
          <p:cNvPr id="5" name="Content Placeholder 4"/>
          <p:cNvSpPr>
            <a:spLocks noGrp="1"/>
          </p:cNvSpPr>
          <p:nvPr>
            <p:ph sz="quarter" idx="2"/>
          </p:nvPr>
        </p:nvSpPr>
        <p:spPr>
          <a:xfrm>
            <a:off x="457200" y="727002"/>
            <a:ext cx="4023360" cy="3086100"/>
          </a:xfrm>
          <a:ln w="10795">
            <a:solidFill>
              <a:schemeClr val="bg1"/>
            </a:solidFill>
            <a:prstDash val="dash"/>
            <a:miter lim="800000"/>
          </a:ln>
        </p:spPr>
        <p:txBody>
          <a:bodyPr/>
          <a:lstStyle>
            <a:lvl1pPr marL="351024" indent="-244900">
              <a:lnSpc>
                <a:spcPct val="100000"/>
              </a:lnSpc>
              <a:spcBef>
                <a:spcPts val="625"/>
              </a:spcBef>
              <a:defRPr sz="2100"/>
            </a:lvl1pPr>
            <a:lvl2pPr>
              <a:lnSpc>
                <a:spcPct val="100000"/>
              </a:lnSpc>
              <a:spcBef>
                <a:spcPts val="625"/>
              </a:spcBef>
              <a:defRPr sz="1800"/>
            </a:lvl2pPr>
            <a:lvl3pPr>
              <a:lnSpc>
                <a:spcPct val="100000"/>
              </a:lnSpc>
              <a:spcBef>
                <a:spcPts val="625"/>
              </a:spcBef>
              <a:defRPr sz="1600"/>
            </a:lvl3pPr>
            <a:lvl4pPr>
              <a:lnSpc>
                <a:spcPct val="100000"/>
              </a:lnSpc>
              <a:spcBef>
                <a:spcPts val="625"/>
              </a:spcBef>
              <a:defRPr sz="1500"/>
            </a:lvl4pPr>
            <a:lvl5pPr>
              <a:lnSpc>
                <a:spcPct val="100000"/>
              </a:lnSpc>
              <a:spcBef>
                <a:spcPts val="625"/>
              </a:spcBef>
              <a:defRPr sz="15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1" y="727002"/>
            <a:ext cx="4023360" cy="3086100"/>
          </a:xfrm>
          <a:ln w="10795">
            <a:solidFill>
              <a:schemeClr val="bg1"/>
            </a:solidFill>
            <a:prstDash val="dash"/>
            <a:miter lim="800000"/>
          </a:ln>
        </p:spPr>
        <p:txBody>
          <a:bodyPr/>
          <a:lstStyle>
            <a:lvl1pPr marL="351024" indent="-244900">
              <a:lnSpc>
                <a:spcPct val="100000"/>
              </a:lnSpc>
              <a:spcBef>
                <a:spcPts val="625"/>
              </a:spcBef>
              <a:defRPr sz="2100"/>
            </a:lvl1pPr>
            <a:lvl2pPr>
              <a:lnSpc>
                <a:spcPct val="100000"/>
              </a:lnSpc>
              <a:spcBef>
                <a:spcPts val="625"/>
              </a:spcBef>
              <a:defRPr sz="1800"/>
            </a:lvl2pPr>
            <a:lvl3pPr>
              <a:lnSpc>
                <a:spcPct val="100000"/>
              </a:lnSpc>
              <a:spcBef>
                <a:spcPts val="625"/>
              </a:spcBef>
              <a:defRPr sz="1600"/>
            </a:lvl3pPr>
            <a:lvl4pPr>
              <a:lnSpc>
                <a:spcPct val="100000"/>
              </a:lnSpc>
              <a:spcBef>
                <a:spcPts val="625"/>
              </a:spcBef>
              <a:defRPr sz="1500"/>
            </a:lvl4pPr>
            <a:lvl5pPr>
              <a:lnSpc>
                <a:spcPct val="100000"/>
              </a:lnSpc>
              <a:spcBef>
                <a:spcPts val="625"/>
              </a:spcBef>
              <a:defRPr sz="15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B60211-6CC0-F722-1FB1-69FDAB8F2C2F}"/>
              </a:ext>
            </a:extLst>
          </p:cNvPr>
          <p:cNvSpPr>
            <a:spLocks noGrp="1"/>
          </p:cNvSpPr>
          <p:nvPr>
            <p:ph type="dt" sz="half" idx="10"/>
          </p:nvPr>
        </p:nvSpPr>
        <p:spPr/>
        <p:txBody>
          <a:bodyPr/>
          <a:lstStyle>
            <a:lvl1pPr>
              <a:defRPr/>
            </a:lvl1pPr>
            <a:extLst/>
          </a:lstStyle>
          <a:p>
            <a:pPr>
              <a:defRPr/>
            </a:pPr>
            <a:fld id="{594D6838-46B7-43A2-B3F5-E6040B0F3676}" type="datetimeFigureOut">
              <a:rPr lang="en-US"/>
              <a:pPr>
                <a:defRPr/>
              </a:pPr>
              <a:t>4/7/2026</a:t>
            </a:fld>
            <a:endParaRPr lang="en-US"/>
          </a:p>
        </p:txBody>
      </p:sp>
      <p:sp>
        <p:nvSpPr>
          <p:cNvPr id="8" name="Footer Placeholder 7">
            <a:extLst>
              <a:ext uri="{FF2B5EF4-FFF2-40B4-BE49-F238E27FC236}">
                <a16:creationId xmlns:a16="http://schemas.microsoft.com/office/drawing/2014/main" id="{0775C26D-B3BF-578D-AA3C-9FCDC2E1A90A}"/>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9" name="Slide Number Placeholder 8">
            <a:extLst>
              <a:ext uri="{FF2B5EF4-FFF2-40B4-BE49-F238E27FC236}">
                <a16:creationId xmlns:a16="http://schemas.microsoft.com/office/drawing/2014/main" id="{3F0FFA96-7EAC-90DC-FA47-2786B769C0FF}"/>
              </a:ext>
            </a:extLst>
          </p:cNvPr>
          <p:cNvSpPr>
            <a:spLocks noGrp="1"/>
          </p:cNvSpPr>
          <p:nvPr>
            <p:ph type="sldNum" sz="quarter" idx="12"/>
          </p:nvPr>
        </p:nvSpPr>
        <p:spPr/>
        <p:txBody>
          <a:bodyPr/>
          <a:lstStyle>
            <a:lvl1pPr>
              <a:defRPr/>
            </a:lvl1pPr>
          </a:lstStyle>
          <a:p>
            <a:fld id="{D09A221E-56CE-4A60-8C30-34319DFFD049}" type="slidenum">
              <a:rPr lang="en-US" altLang="en-US"/>
              <a:pPr/>
              <a:t>‹#›</a:t>
            </a:fld>
            <a:endParaRPr lang="en-US" altLang="en-US"/>
          </a:p>
        </p:txBody>
      </p:sp>
    </p:spTree>
    <p:extLst>
      <p:ext uri="{BB962C8B-B14F-4D97-AF65-F5344CB8AC3E}">
        <p14:creationId xmlns:p14="http://schemas.microsoft.com/office/powerpoint/2010/main" val="4095109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9" y="205740"/>
            <a:ext cx="7498080" cy="857250"/>
          </a:xfrm>
        </p:spPr>
        <p:txBody>
          <a:bodyPr/>
          <a:lstStyle/>
          <a:p>
            <a:r>
              <a:rPr lang="en-US"/>
              <a:t>Click to edit Master title style</a:t>
            </a:r>
          </a:p>
        </p:txBody>
      </p:sp>
      <p:sp>
        <p:nvSpPr>
          <p:cNvPr id="3" name="Date Placeholder 2">
            <a:extLst>
              <a:ext uri="{FF2B5EF4-FFF2-40B4-BE49-F238E27FC236}">
                <a16:creationId xmlns:a16="http://schemas.microsoft.com/office/drawing/2014/main" id="{F71C103B-D4CC-5814-3F78-5731E0F7D625}"/>
              </a:ext>
            </a:extLst>
          </p:cNvPr>
          <p:cNvSpPr>
            <a:spLocks noGrp="1"/>
          </p:cNvSpPr>
          <p:nvPr>
            <p:ph type="dt" sz="half" idx="10"/>
          </p:nvPr>
        </p:nvSpPr>
        <p:spPr/>
        <p:txBody>
          <a:bodyPr/>
          <a:lstStyle>
            <a:lvl1pPr>
              <a:defRPr/>
            </a:lvl1pPr>
            <a:extLst/>
          </a:lstStyle>
          <a:p>
            <a:pPr>
              <a:defRPr/>
            </a:pPr>
            <a:fld id="{A15BA746-A5BE-4CBD-B981-B91FE3349A25}" type="datetimeFigureOut">
              <a:rPr lang="en-US"/>
              <a:pPr>
                <a:defRPr/>
              </a:pPr>
              <a:t>4/7/2026</a:t>
            </a:fld>
            <a:endParaRPr lang="en-US"/>
          </a:p>
        </p:txBody>
      </p:sp>
      <p:sp>
        <p:nvSpPr>
          <p:cNvPr id="4" name="Footer Placeholder 3">
            <a:extLst>
              <a:ext uri="{FF2B5EF4-FFF2-40B4-BE49-F238E27FC236}">
                <a16:creationId xmlns:a16="http://schemas.microsoft.com/office/drawing/2014/main" id="{5758F674-EDE9-F52E-6A88-81253518BA57}"/>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5" name="Slide Number Placeholder 4">
            <a:extLst>
              <a:ext uri="{FF2B5EF4-FFF2-40B4-BE49-F238E27FC236}">
                <a16:creationId xmlns:a16="http://schemas.microsoft.com/office/drawing/2014/main" id="{EED6D84B-24D3-407F-2628-9C83DC8179EF}"/>
              </a:ext>
            </a:extLst>
          </p:cNvPr>
          <p:cNvSpPr>
            <a:spLocks noGrp="1"/>
          </p:cNvSpPr>
          <p:nvPr>
            <p:ph type="sldNum" sz="quarter" idx="12"/>
          </p:nvPr>
        </p:nvSpPr>
        <p:spPr/>
        <p:txBody>
          <a:bodyPr/>
          <a:lstStyle>
            <a:lvl1pPr>
              <a:defRPr/>
            </a:lvl1pPr>
          </a:lstStyle>
          <a:p>
            <a:fld id="{AE165D8F-5AA2-4B7B-962A-C28FD8089ECA}" type="slidenum">
              <a:rPr lang="en-US" altLang="en-US"/>
              <a:pPr/>
              <a:t>‹#›</a:t>
            </a:fld>
            <a:endParaRPr lang="en-US" altLang="en-US"/>
          </a:p>
        </p:txBody>
      </p:sp>
    </p:spTree>
    <p:extLst>
      <p:ext uri="{BB962C8B-B14F-4D97-AF65-F5344CB8AC3E}">
        <p14:creationId xmlns:p14="http://schemas.microsoft.com/office/powerpoint/2010/main" val="2086177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16A60F-40B3-E589-6949-957769AFF5A7}"/>
              </a:ext>
            </a:extLst>
          </p:cNvPr>
          <p:cNvSpPr/>
          <p:nvPr/>
        </p:nvSpPr>
        <p:spPr>
          <a:xfrm>
            <a:off x="1014413" y="0"/>
            <a:ext cx="8129587"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3" name="Rectangle 2">
            <a:extLst>
              <a:ext uri="{FF2B5EF4-FFF2-40B4-BE49-F238E27FC236}">
                <a16:creationId xmlns:a16="http://schemas.microsoft.com/office/drawing/2014/main" id="{63CD90AA-D1C1-C5C1-8779-DB24E07D95A4}"/>
              </a:ext>
            </a:extLst>
          </p:cNvPr>
          <p:cNvSpPr/>
          <p:nvPr/>
        </p:nvSpPr>
        <p:spPr bwMode="invGray">
          <a:xfrm>
            <a:off x="1014413" y="0"/>
            <a:ext cx="73025" cy="51435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4" name="Date Placeholder 1">
            <a:extLst>
              <a:ext uri="{FF2B5EF4-FFF2-40B4-BE49-F238E27FC236}">
                <a16:creationId xmlns:a16="http://schemas.microsoft.com/office/drawing/2014/main" id="{37495D97-8E63-3329-8F79-AAA3777645F7}"/>
              </a:ext>
            </a:extLst>
          </p:cNvPr>
          <p:cNvSpPr>
            <a:spLocks noGrp="1"/>
          </p:cNvSpPr>
          <p:nvPr>
            <p:ph type="dt" sz="half" idx="10"/>
          </p:nvPr>
        </p:nvSpPr>
        <p:spPr/>
        <p:txBody>
          <a:bodyPr/>
          <a:lstStyle>
            <a:lvl1pPr>
              <a:defRPr/>
            </a:lvl1pPr>
            <a:extLst/>
          </a:lstStyle>
          <a:p>
            <a:pPr>
              <a:defRPr/>
            </a:pPr>
            <a:fld id="{EB14B26E-AD66-44F2-85F6-A0DFFFF091F2}" type="datetimeFigureOut">
              <a:rPr lang="en-US"/>
              <a:pPr>
                <a:defRPr/>
              </a:pPr>
              <a:t>4/7/2026</a:t>
            </a:fld>
            <a:endParaRPr lang="en-US"/>
          </a:p>
        </p:txBody>
      </p:sp>
      <p:sp>
        <p:nvSpPr>
          <p:cNvPr id="5" name="Footer Placeholder 2">
            <a:extLst>
              <a:ext uri="{FF2B5EF4-FFF2-40B4-BE49-F238E27FC236}">
                <a16:creationId xmlns:a16="http://schemas.microsoft.com/office/drawing/2014/main" id="{08436240-A26D-E100-6F02-92643C0D2538}"/>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6" name="Slide Number Placeholder 3">
            <a:extLst>
              <a:ext uri="{FF2B5EF4-FFF2-40B4-BE49-F238E27FC236}">
                <a16:creationId xmlns:a16="http://schemas.microsoft.com/office/drawing/2014/main" id="{F40A2E7F-A872-259B-E98B-48C06805DABF}"/>
              </a:ext>
            </a:extLst>
          </p:cNvPr>
          <p:cNvSpPr>
            <a:spLocks noGrp="1"/>
          </p:cNvSpPr>
          <p:nvPr>
            <p:ph type="sldNum" sz="quarter" idx="12"/>
          </p:nvPr>
        </p:nvSpPr>
        <p:spPr/>
        <p:txBody>
          <a:bodyPr/>
          <a:lstStyle>
            <a:lvl1pPr>
              <a:defRPr/>
            </a:lvl1pPr>
          </a:lstStyle>
          <a:p>
            <a:fld id="{2345DC75-2F71-40B7-871C-510E815E0D96}" type="slidenum">
              <a:rPr lang="en-US" altLang="en-US"/>
              <a:pPr/>
              <a:t>‹#›</a:t>
            </a:fld>
            <a:endParaRPr lang="en-US" altLang="en-US"/>
          </a:p>
        </p:txBody>
      </p:sp>
    </p:spTree>
    <p:extLst>
      <p:ext uri="{BB962C8B-B14F-4D97-AF65-F5344CB8AC3E}">
        <p14:creationId xmlns:p14="http://schemas.microsoft.com/office/powerpoint/2010/main" val="765412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62584"/>
            <a:ext cx="3810000" cy="871538"/>
          </a:xfrm>
          <a:ln>
            <a:noFill/>
          </a:ln>
        </p:spPr>
        <p:txBody>
          <a:bodyPr anchor="b"/>
          <a:lstStyle>
            <a:lvl1pPr algn="l">
              <a:lnSpc>
                <a:spcPts val="1786"/>
              </a:lnSpc>
              <a:buNone/>
              <a:defRPr sz="1900" b="1" cap="all" baseline="0"/>
            </a:lvl1pPr>
            <a:extLst/>
          </a:lstStyle>
          <a:p>
            <a:r>
              <a:rPr lang="en-US"/>
              <a:t>Click to edit Master title style</a:t>
            </a:r>
          </a:p>
        </p:txBody>
      </p:sp>
      <p:sp>
        <p:nvSpPr>
          <p:cNvPr id="3" name="Text Placeholder 2"/>
          <p:cNvSpPr>
            <a:spLocks noGrp="1"/>
          </p:cNvSpPr>
          <p:nvPr>
            <p:ph type="body" idx="2"/>
          </p:nvPr>
        </p:nvSpPr>
        <p:spPr>
          <a:xfrm>
            <a:off x="457200" y="1055223"/>
            <a:ext cx="3810000" cy="523875"/>
          </a:xfrm>
        </p:spPr>
        <p:txBody>
          <a:bodyPr/>
          <a:lstStyle>
            <a:lvl1pPr marL="40817" indent="0">
              <a:lnSpc>
                <a:spcPct val="100000"/>
              </a:lnSpc>
              <a:spcBef>
                <a:spcPts val="0"/>
              </a:spcBef>
              <a:buNone/>
              <a:defRPr sz="1200"/>
            </a:lvl1pPr>
            <a:lvl2pPr>
              <a:buNone/>
              <a:defRPr sz="1100"/>
            </a:lvl2pPr>
            <a:lvl3pPr>
              <a:buNone/>
              <a:defRPr sz="900"/>
            </a:lvl3pPr>
            <a:lvl4pPr>
              <a:buNone/>
              <a:defRPr sz="800"/>
            </a:lvl4pPr>
            <a:lvl5pPr>
              <a:buNone/>
              <a:defRPr sz="800"/>
            </a:lvl5pPr>
            <a:extLst/>
          </a:lstStyle>
          <a:p>
            <a:pPr lvl="0"/>
            <a:r>
              <a:rPr lang="en-US"/>
              <a:t>Click to edit Master text styles</a:t>
            </a:r>
          </a:p>
        </p:txBody>
      </p:sp>
      <p:sp>
        <p:nvSpPr>
          <p:cNvPr id="4" name="Content Placeholder 3"/>
          <p:cNvSpPr>
            <a:spLocks noGrp="1"/>
          </p:cNvSpPr>
          <p:nvPr>
            <p:ph sz="half" idx="1"/>
          </p:nvPr>
        </p:nvSpPr>
        <p:spPr>
          <a:xfrm>
            <a:off x="457200" y="1600201"/>
            <a:ext cx="8153400" cy="2994422"/>
          </a:xfrm>
        </p:spPr>
        <p:txBody>
          <a:bodyPr/>
          <a:lstStyle>
            <a:lvl1pPr>
              <a:defRPr sz="2800"/>
            </a:lvl1pPr>
            <a:lvl2pPr>
              <a:defRPr sz="2500"/>
            </a:lvl2pPr>
            <a:lvl3pPr>
              <a:defRPr sz="21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5E56A7-15DC-EA3B-D641-3880F4FDC2A8}"/>
              </a:ext>
            </a:extLst>
          </p:cNvPr>
          <p:cNvSpPr>
            <a:spLocks noGrp="1"/>
          </p:cNvSpPr>
          <p:nvPr>
            <p:ph type="dt" sz="half" idx="10"/>
          </p:nvPr>
        </p:nvSpPr>
        <p:spPr/>
        <p:txBody>
          <a:bodyPr/>
          <a:lstStyle>
            <a:lvl1pPr>
              <a:defRPr/>
            </a:lvl1pPr>
            <a:extLst/>
          </a:lstStyle>
          <a:p>
            <a:pPr>
              <a:defRPr/>
            </a:pPr>
            <a:fld id="{7130E1E9-5B39-4C77-BDE7-E6A612F99BF5}" type="datetimeFigureOut">
              <a:rPr lang="en-US"/>
              <a:pPr>
                <a:defRPr/>
              </a:pPr>
              <a:t>4/7/2026</a:t>
            </a:fld>
            <a:endParaRPr lang="en-US"/>
          </a:p>
        </p:txBody>
      </p:sp>
      <p:sp>
        <p:nvSpPr>
          <p:cNvPr id="6" name="Footer Placeholder 5">
            <a:extLst>
              <a:ext uri="{FF2B5EF4-FFF2-40B4-BE49-F238E27FC236}">
                <a16:creationId xmlns:a16="http://schemas.microsoft.com/office/drawing/2014/main" id="{004B4644-5EFC-ECB8-8079-4F9FDFF71680}"/>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7" name="Slide Number Placeholder 6">
            <a:extLst>
              <a:ext uri="{FF2B5EF4-FFF2-40B4-BE49-F238E27FC236}">
                <a16:creationId xmlns:a16="http://schemas.microsoft.com/office/drawing/2014/main" id="{149C06DB-7707-D523-E2F6-A9542733907C}"/>
              </a:ext>
            </a:extLst>
          </p:cNvPr>
          <p:cNvSpPr>
            <a:spLocks noGrp="1"/>
          </p:cNvSpPr>
          <p:nvPr>
            <p:ph type="sldNum" sz="quarter" idx="12"/>
          </p:nvPr>
        </p:nvSpPr>
        <p:spPr/>
        <p:txBody>
          <a:bodyPr/>
          <a:lstStyle>
            <a:lvl1pPr>
              <a:defRPr/>
            </a:lvl1pPr>
          </a:lstStyle>
          <a:p>
            <a:fld id="{19E40934-B544-46ED-A38B-374A2219C524}" type="slidenum">
              <a:rPr lang="en-US" altLang="en-US"/>
              <a:pPr/>
              <a:t>‹#›</a:t>
            </a:fld>
            <a:endParaRPr lang="en-US" altLang="en-US"/>
          </a:p>
        </p:txBody>
      </p:sp>
    </p:spTree>
    <p:extLst>
      <p:ext uri="{BB962C8B-B14F-4D97-AF65-F5344CB8AC3E}">
        <p14:creationId xmlns:p14="http://schemas.microsoft.com/office/powerpoint/2010/main" val="129230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72E8E7-E8F5-FE3F-99DD-09645995BFE9}"/>
              </a:ext>
            </a:extLst>
          </p:cNvPr>
          <p:cNvSpPr/>
          <p:nvPr/>
        </p:nvSpPr>
        <p:spPr>
          <a:xfrm>
            <a:off x="762001" y="800101"/>
            <a:ext cx="4572000" cy="3429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81633" tIns="244900" rIns="81633" bIns="40817">
            <a:normAutofit/>
          </a:bodyPr>
          <a:lstStyle/>
          <a:p>
            <a:pPr indent="-253063" defTabSz="370286" eaLnBrk="1" hangingPunct="1">
              <a:lnSpc>
                <a:spcPts val="2678"/>
              </a:lnSpc>
              <a:spcBef>
                <a:spcPts val="535"/>
              </a:spcBef>
              <a:buClr>
                <a:schemeClr val="accent1"/>
              </a:buClr>
              <a:buSzPct val="80000"/>
              <a:buFont typeface="Wingdings 2"/>
              <a:buNone/>
              <a:defRPr/>
            </a:pPr>
            <a:endParaRPr lang="en-US" sz="2800">
              <a:solidFill>
                <a:schemeClr val="tx1"/>
              </a:solidFill>
              <a:latin typeface="+mn-lt"/>
            </a:endParaRPr>
          </a:p>
        </p:txBody>
      </p:sp>
      <p:sp>
        <p:nvSpPr>
          <p:cNvPr id="6" name="Flowchart: Process 5">
            <a:extLst>
              <a:ext uri="{FF2B5EF4-FFF2-40B4-BE49-F238E27FC236}">
                <a16:creationId xmlns:a16="http://schemas.microsoft.com/office/drawing/2014/main" id="{9E8199C5-60E0-FF78-4ED6-14C592C76326}"/>
              </a:ext>
            </a:extLst>
          </p:cNvPr>
          <p:cNvSpPr/>
          <p:nvPr/>
        </p:nvSpPr>
        <p:spPr>
          <a:xfrm rot="19468671">
            <a:off x="396875" y="715963"/>
            <a:ext cx="685800" cy="15240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7" name="Flowchart: Process 6">
            <a:extLst>
              <a:ext uri="{FF2B5EF4-FFF2-40B4-BE49-F238E27FC236}">
                <a16:creationId xmlns:a16="http://schemas.microsoft.com/office/drawing/2014/main" id="{249AAD8B-097F-AA3F-5E54-A07C68EAB1A8}"/>
              </a:ext>
            </a:extLst>
          </p:cNvPr>
          <p:cNvSpPr/>
          <p:nvPr/>
        </p:nvSpPr>
        <p:spPr>
          <a:xfrm rot="2103354" flipH="1">
            <a:off x="5003800" y="703263"/>
            <a:ext cx="649288" cy="15240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dirty="0"/>
          </a:p>
        </p:txBody>
      </p:sp>
      <p:sp>
        <p:nvSpPr>
          <p:cNvPr id="2" name="Title 1"/>
          <p:cNvSpPr>
            <a:spLocks noGrp="1"/>
          </p:cNvSpPr>
          <p:nvPr>
            <p:ph type="title"/>
          </p:nvPr>
        </p:nvSpPr>
        <p:spPr>
          <a:xfrm>
            <a:off x="5886896" y="800100"/>
            <a:ext cx="2743200" cy="1485900"/>
          </a:xfrm>
        </p:spPr>
        <p:txBody>
          <a:bodyPr anchor="b">
            <a:noAutofit/>
          </a:bodyPr>
          <a:lstStyle>
            <a:lvl1pPr algn="l">
              <a:buNone/>
              <a:defRPr sz="1900" b="1">
                <a:effectLst/>
              </a:defRPr>
            </a:lvl1pPr>
            <a:extLst/>
          </a:lstStyle>
          <a:p>
            <a:r>
              <a:rPr lang="en-US"/>
              <a:t>Click to edit Master title style</a:t>
            </a:r>
          </a:p>
        </p:txBody>
      </p:sp>
      <p:sp>
        <p:nvSpPr>
          <p:cNvPr id="3" name="Picture Placeholder 2"/>
          <p:cNvSpPr>
            <a:spLocks noGrp="1"/>
          </p:cNvSpPr>
          <p:nvPr>
            <p:ph type="pic" idx="1"/>
          </p:nvPr>
        </p:nvSpPr>
        <p:spPr>
          <a:xfrm>
            <a:off x="838200" y="857252"/>
            <a:ext cx="4419600" cy="2635899"/>
          </a:xfrm>
          <a:prstGeom prst="roundRect">
            <a:avLst>
              <a:gd name="adj" fmla="val 783"/>
            </a:avLst>
          </a:prstGeom>
          <a:solidFill>
            <a:schemeClr val="bg2"/>
          </a:solidFill>
          <a:ln w="127000">
            <a:noFill/>
            <a:miter lim="800000"/>
          </a:ln>
          <a:effectLst/>
        </p:spPr>
        <p:txBody>
          <a:bodyPr tIns="244900">
            <a:normAutofit/>
          </a:bodyPr>
          <a:lstStyle>
            <a:lvl1pPr marL="0" indent="0" algn="l" eaLnBrk="1" latinLnBrk="0" hangingPunct="1">
              <a:buNone/>
              <a:defRPr sz="28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3600450"/>
            <a:ext cx="4419600" cy="571500"/>
          </a:xfrm>
        </p:spPr>
        <p:txBody>
          <a:bodyPr anchor="ctr"/>
          <a:lstStyle>
            <a:lvl1pPr marL="0" indent="0" algn="l">
              <a:lnSpc>
                <a:spcPts val="1429"/>
              </a:lnSpc>
              <a:spcBef>
                <a:spcPts val="0"/>
              </a:spcBef>
              <a:buNone/>
              <a:defRPr sz="1200">
                <a:solidFill>
                  <a:srgbClr val="777777"/>
                </a:solidFill>
              </a:defRPr>
            </a:lvl1pPr>
            <a:lvl2pPr>
              <a:defRPr sz="1100"/>
            </a:lvl2pPr>
            <a:lvl3pPr>
              <a:defRPr sz="900"/>
            </a:lvl3pPr>
            <a:lvl4pPr>
              <a:defRPr sz="800"/>
            </a:lvl4pPr>
            <a:lvl5pPr>
              <a:defRPr sz="800"/>
            </a:lvl5pPr>
            <a:extLst/>
          </a:lstStyle>
          <a:p>
            <a:pPr lvl="0"/>
            <a:r>
              <a:rPr lang="en-US"/>
              <a:t>Click to edit Master text styles</a:t>
            </a:r>
          </a:p>
        </p:txBody>
      </p:sp>
      <p:sp>
        <p:nvSpPr>
          <p:cNvPr id="8" name="Date Placeholder 4">
            <a:extLst>
              <a:ext uri="{FF2B5EF4-FFF2-40B4-BE49-F238E27FC236}">
                <a16:creationId xmlns:a16="http://schemas.microsoft.com/office/drawing/2014/main" id="{11DFB766-E7D2-91AD-F836-2206273143A6}"/>
              </a:ext>
            </a:extLst>
          </p:cNvPr>
          <p:cNvSpPr>
            <a:spLocks noGrp="1"/>
          </p:cNvSpPr>
          <p:nvPr>
            <p:ph type="dt" sz="half" idx="10"/>
          </p:nvPr>
        </p:nvSpPr>
        <p:spPr/>
        <p:txBody>
          <a:bodyPr/>
          <a:lstStyle>
            <a:lvl1pPr>
              <a:defRPr/>
            </a:lvl1pPr>
            <a:extLst/>
          </a:lstStyle>
          <a:p>
            <a:pPr>
              <a:defRPr/>
            </a:pPr>
            <a:fld id="{B84A180B-4FA5-44DA-BA8D-DBDA9524F780}" type="datetimeFigureOut">
              <a:rPr lang="en-US"/>
              <a:pPr>
                <a:defRPr/>
              </a:pPr>
              <a:t>4/7/2026</a:t>
            </a:fld>
            <a:endParaRPr lang="en-US"/>
          </a:p>
        </p:txBody>
      </p:sp>
      <p:sp>
        <p:nvSpPr>
          <p:cNvPr id="9" name="Footer Placeholder 5">
            <a:extLst>
              <a:ext uri="{FF2B5EF4-FFF2-40B4-BE49-F238E27FC236}">
                <a16:creationId xmlns:a16="http://schemas.microsoft.com/office/drawing/2014/main" id="{E8123696-8026-FEE3-BC8E-70279BDA783B}"/>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10" name="Slide Number Placeholder 6">
            <a:extLst>
              <a:ext uri="{FF2B5EF4-FFF2-40B4-BE49-F238E27FC236}">
                <a16:creationId xmlns:a16="http://schemas.microsoft.com/office/drawing/2014/main" id="{9ABEF1AE-7569-9CA9-5D66-303BBD92B4BD}"/>
              </a:ext>
            </a:extLst>
          </p:cNvPr>
          <p:cNvSpPr>
            <a:spLocks noGrp="1"/>
          </p:cNvSpPr>
          <p:nvPr>
            <p:ph type="sldNum" sz="quarter" idx="12"/>
          </p:nvPr>
        </p:nvSpPr>
        <p:spPr/>
        <p:txBody>
          <a:bodyPr/>
          <a:lstStyle>
            <a:lvl1pPr>
              <a:defRPr/>
            </a:lvl1pPr>
          </a:lstStyle>
          <a:p>
            <a:fld id="{1DFD7D61-B95C-4B6C-A722-3E6B4B7DCB1A}" type="slidenum">
              <a:rPr lang="en-US" altLang="en-US"/>
              <a:pPr/>
              <a:t>‹#›</a:t>
            </a:fld>
            <a:endParaRPr lang="en-US" altLang="en-US"/>
          </a:p>
        </p:txBody>
      </p:sp>
    </p:spTree>
    <p:extLst>
      <p:ext uri="{BB962C8B-B14F-4D97-AF65-F5344CB8AC3E}">
        <p14:creationId xmlns:p14="http://schemas.microsoft.com/office/powerpoint/2010/main" val="2057238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2D862-35D1-25C2-A38A-C7AEBCE28E79}"/>
              </a:ext>
            </a:extLst>
          </p:cNvPr>
          <p:cNvSpPr>
            <a:spLocks noGrp="1"/>
          </p:cNvSpPr>
          <p:nvPr>
            <p:ph type="dt" sz="half" idx="10"/>
          </p:nvPr>
        </p:nvSpPr>
        <p:spPr/>
        <p:txBody>
          <a:bodyPr/>
          <a:lstStyle>
            <a:lvl1pPr>
              <a:defRPr/>
            </a:lvl1pPr>
            <a:extLst/>
          </a:lstStyle>
          <a:p>
            <a:pPr>
              <a:defRPr/>
            </a:pPr>
            <a:fld id="{EDDBD0B8-3DE9-4F0D-8F62-067EBA1F3CC0}" type="datetimeFigureOut">
              <a:rPr lang="en-US"/>
              <a:pPr>
                <a:defRPr/>
              </a:pPr>
              <a:t>4/7/2026</a:t>
            </a:fld>
            <a:endParaRPr lang="en-US"/>
          </a:p>
        </p:txBody>
      </p:sp>
      <p:sp>
        <p:nvSpPr>
          <p:cNvPr id="5" name="Footer Placeholder 4">
            <a:extLst>
              <a:ext uri="{FF2B5EF4-FFF2-40B4-BE49-F238E27FC236}">
                <a16:creationId xmlns:a16="http://schemas.microsoft.com/office/drawing/2014/main" id="{01B83838-932A-344F-B05E-91DCD084D11C}"/>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6" name="Slide Number Placeholder 5">
            <a:extLst>
              <a:ext uri="{FF2B5EF4-FFF2-40B4-BE49-F238E27FC236}">
                <a16:creationId xmlns:a16="http://schemas.microsoft.com/office/drawing/2014/main" id="{5C92A638-D3D0-1973-799C-594055AD9466}"/>
              </a:ext>
            </a:extLst>
          </p:cNvPr>
          <p:cNvSpPr>
            <a:spLocks noGrp="1"/>
          </p:cNvSpPr>
          <p:nvPr>
            <p:ph type="sldNum" sz="quarter" idx="12"/>
          </p:nvPr>
        </p:nvSpPr>
        <p:spPr/>
        <p:txBody>
          <a:bodyPr/>
          <a:lstStyle>
            <a:lvl1pPr>
              <a:defRPr/>
            </a:lvl1pPr>
          </a:lstStyle>
          <a:p>
            <a:fld id="{076B627D-1B3E-4536-A38E-D2EDC1B15539}" type="slidenum">
              <a:rPr lang="en-US" altLang="en-US"/>
              <a:pPr/>
              <a:t>‹#›</a:t>
            </a:fld>
            <a:endParaRPr lang="en-US" altLang="en-US"/>
          </a:p>
        </p:txBody>
      </p:sp>
    </p:spTree>
    <p:extLst>
      <p:ext uri="{BB962C8B-B14F-4D97-AF65-F5344CB8AC3E}">
        <p14:creationId xmlns:p14="http://schemas.microsoft.com/office/powerpoint/2010/main" val="241442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1" y="205980"/>
            <a:ext cx="18288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05980"/>
            <a:ext cx="55626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2A2BFA-A85C-CF26-F70E-210ABB24E472}"/>
              </a:ext>
            </a:extLst>
          </p:cNvPr>
          <p:cNvSpPr>
            <a:spLocks noGrp="1"/>
          </p:cNvSpPr>
          <p:nvPr>
            <p:ph type="dt" sz="half" idx="10"/>
          </p:nvPr>
        </p:nvSpPr>
        <p:spPr/>
        <p:txBody>
          <a:bodyPr/>
          <a:lstStyle>
            <a:lvl1pPr>
              <a:defRPr/>
            </a:lvl1pPr>
            <a:extLst/>
          </a:lstStyle>
          <a:p>
            <a:pPr>
              <a:defRPr/>
            </a:pPr>
            <a:fld id="{8AF6A891-2916-4BB7-8B22-2C36C3928827}" type="datetimeFigureOut">
              <a:rPr lang="en-US"/>
              <a:pPr>
                <a:defRPr/>
              </a:pPr>
              <a:t>4/7/2026</a:t>
            </a:fld>
            <a:endParaRPr lang="en-US"/>
          </a:p>
        </p:txBody>
      </p:sp>
      <p:sp>
        <p:nvSpPr>
          <p:cNvPr id="5" name="Footer Placeholder 4">
            <a:extLst>
              <a:ext uri="{FF2B5EF4-FFF2-40B4-BE49-F238E27FC236}">
                <a16:creationId xmlns:a16="http://schemas.microsoft.com/office/drawing/2014/main" id="{2043013A-C683-8A4A-1561-6E63313538AC}"/>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6" name="Slide Number Placeholder 5">
            <a:extLst>
              <a:ext uri="{FF2B5EF4-FFF2-40B4-BE49-F238E27FC236}">
                <a16:creationId xmlns:a16="http://schemas.microsoft.com/office/drawing/2014/main" id="{522FC2A6-724F-A5D1-C778-EBDCF68A2D86}"/>
              </a:ext>
            </a:extLst>
          </p:cNvPr>
          <p:cNvSpPr>
            <a:spLocks noGrp="1"/>
          </p:cNvSpPr>
          <p:nvPr>
            <p:ph type="sldNum" sz="quarter" idx="12"/>
          </p:nvPr>
        </p:nvSpPr>
        <p:spPr/>
        <p:txBody>
          <a:bodyPr/>
          <a:lstStyle>
            <a:lvl1pPr>
              <a:defRPr/>
            </a:lvl1pPr>
          </a:lstStyle>
          <a:p>
            <a:fld id="{1F3A2A27-F036-47CB-BA4A-12C458AE1912}" type="slidenum">
              <a:rPr lang="en-US" altLang="en-US"/>
              <a:pPr/>
              <a:t>‹#›</a:t>
            </a:fld>
            <a:endParaRPr lang="en-US" altLang="en-US"/>
          </a:p>
        </p:txBody>
      </p:sp>
    </p:spTree>
    <p:extLst>
      <p:ext uri="{BB962C8B-B14F-4D97-AF65-F5344CB8AC3E}">
        <p14:creationId xmlns:p14="http://schemas.microsoft.com/office/powerpoint/2010/main" val="3032461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Pie 6">
            <a:extLst>
              <a:ext uri="{FF2B5EF4-FFF2-40B4-BE49-F238E27FC236}">
                <a16:creationId xmlns:a16="http://schemas.microsoft.com/office/drawing/2014/main" id="{2185D082-58FC-C663-258E-80E2D05175FA}"/>
              </a:ext>
            </a:extLst>
          </p:cNvPr>
          <p:cNvSpPr/>
          <p:nvPr/>
        </p:nvSpPr>
        <p:spPr>
          <a:xfrm>
            <a:off x="-815975" y="-611188"/>
            <a:ext cx="1638300" cy="1228726"/>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8" name="Oval 7">
            <a:extLst>
              <a:ext uri="{FF2B5EF4-FFF2-40B4-BE49-F238E27FC236}">
                <a16:creationId xmlns:a16="http://schemas.microsoft.com/office/drawing/2014/main" id="{D571526E-68CA-235C-7A92-CF3B91FD1CBA}"/>
              </a:ext>
            </a:extLst>
          </p:cNvPr>
          <p:cNvSpPr/>
          <p:nvPr/>
        </p:nvSpPr>
        <p:spPr>
          <a:xfrm>
            <a:off x="168275" y="15875"/>
            <a:ext cx="1703388" cy="1276350"/>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11" name="Donut 10">
            <a:extLst>
              <a:ext uri="{FF2B5EF4-FFF2-40B4-BE49-F238E27FC236}">
                <a16:creationId xmlns:a16="http://schemas.microsoft.com/office/drawing/2014/main" id="{DF0D4D80-1656-72F1-F8E4-B503349D975C}"/>
              </a:ext>
            </a:extLst>
          </p:cNvPr>
          <p:cNvSpPr/>
          <p:nvPr/>
        </p:nvSpPr>
        <p:spPr>
          <a:xfrm rot="2315675">
            <a:off x="182882" y="791308"/>
            <a:ext cx="1125717" cy="826968"/>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12" name="Rectangle 11">
            <a:extLst>
              <a:ext uri="{FF2B5EF4-FFF2-40B4-BE49-F238E27FC236}">
                <a16:creationId xmlns:a16="http://schemas.microsoft.com/office/drawing/2014/main" id="{B0C14247-BB2C-E73E-04BD-1B63D0709617}"/>
              </a:ext>
            </a:extLst>
          </p:cNvPr>
          <p:cNvSpPr/>
          <p:nvPr/>
        </p:nvSpPr>
        <p:spPr>
          <a:xfrm>
            <a:off x="1012825" y="0"/>
            <a:ext cx="8131175"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
        <p:nvSpPr>
          <p:cNvPr id="5" name="Title Placeholder 4">
            <a:extLst>
              <a:ext uri="{FF2B5EF4-FFF2-40B4-BE49-F238E27FC236}">
                <a16:creationId xmlns:a16="http://schemas.microsoft.com/office/drawing/2014/main" id="{AC807445-F96F-86DC-07CF-7A5A502C8AF3}"/>
              </a:ext>
            </a:extLst>
          </p:cNvPr>
          <p:cNvSpPr>
            <a:spLocks noGrp="1"/>
          </p:cNvSpPr>
          <p:nvPr>
            <p:ph type="title"/>
          </p:nvPr>
        </p:nvSpPr>
        <p:spPr>
          <a:xfrm>
            <a:off x="1435100" y="206375"/>
            <a:ext cx="7499350" cy="857250"/>
          </a:xfrm>
          <a:prstGeom prst="rect">
            <a:avLst/>
          </a:prstGeom>
        </p:spPr>
        <p:txBody>
          <a:bodyPr lIns="81633" tIns="40817" rIns="81633" bIns="40817" anchor="ctr">
            <a:normAutofit/>
          </a:bodyPr>
          <a:lstStyle/>
          <a:p>
            <a:r>
              <a:rPr lang="en-US"/>
              <a:t>Click to edit Master title style</a:t>
            </a:r>
          </a:p>
        </p:txBody>
      </p:sp>
      <p:sp>
        <p:nvSpPr>
          <p:cNvPr id="1033" name="Text Placeholder 8">
            <a:extLst>
              <a:ext uri="{FF2B5EF4-FFF2-40B4-BE49-F238E27FC236}">
                <a16:creationId xmlns:a16="http://schemas.microsoft.com/office/drawing/2014/main" id="{E6782314-B3B4-418B-226F-F58F4EF472F9}"/>
              </a:ext>
            </a:extLst>
          </p:cNvPr>
          <p:cNvSpPr>
            <a:spLocks noGrp="1"/>
          </p:cNvSpPr>
          <p:nvPr>
            <p:ph type="body" idx="1"/>
          </p:nvPr>
        </p:nvSpPr>
        <p:spPr bwMode="auto">
          <a:xfrm>
            <a:off x="1435100" y="1085850"/>
            <a:ext cx="74993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633" tIns="40817" rIns="81633" bIns="4081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 name="Date Placeholder 23">
            <a:extLst>
              <a:ext uri="{FF2B5EF4-FFF2-40B4-BE49-F238E27FC236}">
                <a16:creationId xmlns:a16="http://schemas.microsoft.com/office/drawing/2014/main" id="{8F46408A-8B69-7225-69DC-6551B2DF1BAD}"/>
              </a:ext>
            </a:extLst>
          </p:cNvPr>
          <p:cNvSpPr>
            <a:spLocks noGrp="1"/>
          </p:cNvSpPr>
          <p:nvPr>
            <p:ph type="dt" sz="half" idx="2"/>
          </p:nvPr>
        </p:nvSpPr>
        <p:spPr>
          <a:xfrm>
            <a:off x="3581400" y="4729163"/>
            <a:ext cx="2133600" cy="357187"/>
          </a:xfrm>
          <a:prstGeom prst="rect">
            <a:avLst/>
          </a:prstGeom>
        </p:spPr>
        <p:txBody>
          <a:bodyPr lIns="81633" tIns="40817" rIns="81633" bIns="40817" anchor="b"/>
          <a:lstStyle>
            <a:lvl1pPr algn="r" defTabSz="370286" eaLnBrk="1" latinLnBrk="0" hangingPunct="1">
              <a:defRPr kumimoji="0" sz="1100">
                <a:solidFill>
                  <a:schemeClr val="bg2">
                    <a:shade val="50000"/>
                    <a:satMod val="200000"/>
                  </a:schemeClr>
                </a:solidFill>
              </a:defRPr>
            </a:lvl1pPr>
            <a:extLst/>
          </a:lstStyle>
          <a:p>
            <a:pPr>
              <a:defRPr/>
            </a:pPr>
            <a:fld id="{5296049C-36D6-4179-B136-E02B41008F89}" type="datetimeFigureOut">
              <a:rPr lang="en-US"/>
              <a:pPr>
                <a:defRPr/>
              </a:pPr>
              <a:t>4/7/2026</a:t>
            </a:fld>
            <a:endParaRPr lang="en-US">
              <a:solidFill>
                <a:schemeClr val="bg2">
                  <a:shade val="50000"/>
                </a:schemeClr>
              </a:solidFill>
            </a:endParaRPr>
          </a:p>
        </p:txBody>
      </p:sp>
      <p:sp>
        <p:nvSpPr>
          <p:cNvPr id="10" name="Footer Placeholder 9">
            <a:extLst>
              <a:ext uri="{FF2B5EF4-FFF2-40B4-BE49-F238E27FC236}">
                <a16:creationId xmlns:a16="http://schemas.microsoft.com/office/drawing/2014/main" id="{029F41AA-5AD4-948F-8A67-4CBEAA8F1904}"/>
              </a:ext>
            </a:extLst>
          </p:cNvPr>
          <p:cNvSpPr>
            <a:spLocks noGrp="1"/>
          </p:cNvSpPr>
          <p:nvPr>
            <p:ph type="ftr" sz="quarter" idx="3"/>
          </p:nvPr>
        </p:nvSpPr>
        <p:spPr>
          <a:xfrm>
            <a:off x="5715000" y="4729163"/>
            <a:ext cx="2895600" cy="357187"/>
          </a:xfrm>
          <a:prstGeom prst="rect">
            <a:avLst/>
          </a:prstGeom>
        </p:spPr>
        <p:txBody>
          <a:bodyPr lIns="81633" tIns="40817" rIns="81633" bIns="40817" anchor="b"/>
          <a:lstStyle>
            <a:lvl1pPr defTabSz="370286" eaLnBrk="1" latinLnBrk="0" hangingPunct="1">
              <a:defRPr kumimoji="0" sz="1100">
                <a:solidFill>
                  <a:schemeClr val="bg2">
                    <a:shade val="50000"/>
                  </a:schemeClr>
                </a:solidFill>
                <a:effectLst/>
              </a:defRPr>
            </a:lvl1pPr>
            <a:extLst/>
          </a:lstStyle>
          <a:p>
            <a:pPr>
              <a:defRPr/>
            </a:pPr>
            <a:endParaRPr lang="en-US"/>
          </a:p>
        </p:txBody>
      </p:sp>
      <p:sp>
        <p:nvSpPr>
          <p:cNvPr id="22" name="Slide Number Placeholder 21">
            <a:extLst>
              <a:ext uri="{FF2B5EF4-FFF2-40B4-BE49-F238E27FC236}">
                <a16:creationId xmlns:a16="http://schemas.microsoft.com/office/drawing/2014/main" id="{7DF515E7-820F-F18F-F4E5-55D6004F4177}"/>
              </a:ext>
            </a:extLst>
          </p:cNvPr>
          <p:cNvSpPr>
            <a:spLocks noGrp="1"/>
          </p:cNvSpPr>
          <p:nvPr>
            <p:ph type="sldNum" sz="quarter" idx="4"/>
          </p:nvPr>
        </p:nvSpPr>
        <p:spPr>
          <a:xfrm>
            <a:off x="8613775" y="4729163"/>
            <a:ext cx="457200" cy="357187"/>
          </a:xfrm>
          <a:prstGeom prst="rect">
            <a:avLst/>
          </a:prstGeom>
        </p:spPr>
        <p:txBody>
          <a:bodyPr vert="horz" wrap="square" lIns="81633" tIns="40817" rIns="81633" bIns="40817" numCol="1" anchor="b" anchorCtr="0" compatLnSpc="1">
            <a:prstTxWarp prst="textNoShape">
              <a:avLst/>
            </a:prstTxWarp>
          </a:bodyPr>
          <a:lstStyle>
            <a:lvl1pPr algn="ctr" eaLnBrk="1" hangingPunct="1">
              <a:defRPr sz="1100">
                <a:solidFill>
                  <a:srgbClr val="B5A788"/>
                </a:solidFill>
              </a:defRPr>
            </a:lvl1pPr>
          </a:lstStyle>
          <a:p>
            <a:fld id="{2F4B896A-07BB-40DF-8B79-64902A6931FB}" type="slidenum">
              <a:rPr lang="en-US" altLang="en-US"/>
              <a:pPr/>
              <a:t>‹#›</a:t>
            </a:fld>
            <a:endParaRPr lang="en-US" altLang="en-US">
              <a:solidFill>
                <a:srgbClr val="AAA393"/>
              </a:solidFill>
            </a:endParaRPr>
          </a:p>
        </p:txBody>
      </p:sp>
      <p:sp>
        <p:nvSpPr>
          <p:cNvPr id="15" name="Rectangle 14">
            <a:extLst>
              <a:ext uri="{FF2B5EF4-FFF2-40B4-BE49-F238E27FC236}">
                <a16:creationId xmlns:a16="http://schemas.microsoft.com/office/drawing/2014/main" id="{2C895B52-0018-4DE5-0084-E12CF9F2CD8C}"/>
              </a:ext>
            </a:extLst>
          </p:cNvPr>
          <p:cNvSpPr/>
          <p:nvPr/>
        </p:nvSpPr>
        <p:spPr bwMode="invGray">
          <a:xfrm>
            <a:off x="1014413" y="0"/>
            <a:ext cx="73025" cy="51435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81633" tIns="40817" rIns="81633" bIns="40817" anchor="ctr"/>
          <a:lstStyle/>
          <a:p>
            <a:pPr algn="ctr" defTabSz="370286" eaLnBrk="1" hangingPunct="1">
              <a:defRPr/>
            </a:pPr>
            <a:endParaRPr lang="en-US"/>
          </a:p>
        </p:txBody>
      </p:sp>
    </p:spTree>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l" rtl="0" eaLnBrk="0" fontAlgn="base" hangingPunct="0">
        <a:spcBef>
          <a:spcPct val="0"/>
        </a:spcBef>
        <a:spcAft>
          <a:spcPct val="0"/>
        </a:spcAft>
        <a:defRPr sz="38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800">
          <a:solidFill>
            <a:srgbClr val="572314"/>
          </a:solidFill>
          <a:latin typeface="Gill Sans MT" pitchFamily="34" charset="0"/>
        </a:defRPr>
      </a:lvl2pPr>
      <a:lvl3pPr algn="l" rtl="0" eaLnBrk="0" fontAlgn="base" hangingPunct="0">
        <a:spcBef>
          <a:spcPct val="0"/>
        </a:spcBef>
        <a:spcAft>
          <a:spcPct val="0"/>
        </a:spcAft>
        <a:defRPr sz="3800">
          <a:solidFill>
            <a:srgbClr val="572314"/>
          </a:solidFill>
          <a:latin typeface="Gill Sans MT" pitchFamily="34" charset="0"/>
        </a:defRPr>
      </a:lvl3pPr>
      <a:lvl4pPr algn="l" rtl="0" eaLnBrk="0" fontAlgn="base" hangingPunct="0">
        <a:spcBef>
          <a:spcPct val="0"/>
        </a:spcBef>
        <a:spcAft>
          <a:spcPct val="0"/>
        </a:spcAft>
        <a:defRPr sz="3800">
          <a:solidFill>
            <a:srgbClr val="572314"/>
          </a:solidFill>
          <a:latin typeface="Gill Sans MT" pitchFamily="34" charset="0"/>
        </a:defRPr>
      </a:lvl4pPr>
      <a:lvl5pPr algn="l" rtl="0" eaLnBrk="0" fontAlgn="base" hangingPunct="0">
        <a:spcBef>
          <a:spcPct val="0"/>
        </a:spcBef>
        <a:spcAft>
          <a:spcPct val="0"/>
        </a:spcAft>
        <a:defRPr sz="3800">
          <a:solidFill>
            <a:srgbClr val="572314"/>
          </a:solidFill>
          <a:latin typeface="Gill Sans MT" pitchFamily="34" charset="0"/>
        </a:defRPr>
      </a:lvl5pPr>
      <a:lvl6pPr marL="457200" algn="l" rtl="0" fontAlgn="base">
        <a:spcBef>
          <a:spcPct val="0"/>
        </a:spcBef>
        <a:spcAft>
          <a:spcPct val="0"/>
        </a:spcAft>
        <a:defRPr sz="3800">
          <a:solidFill>
            <a:srgbClr val="572314"/>
          </a:solidFill>
          <a:latin typeface="Gill Sans MT" pitchFamily="34" charset="0"/>
        </a:defRPr>
      </a:lvl6pPr>
      <a:lvl7pPr marL="914400" algn="l" rtl="0" fontAlgn="base">
        <a:spcBef>
          <a:spcPct val="0"/>
        </a:spcBef>
        <a:spcAft>
          <a:spcPct val="0"/>
        </a:spcAft>
        <a:defRPr sz="3800">
          <a:solidFill>
            <a:srgbClr val="572314"/>
          </a:solidFill>
          <a:latin typeface="Gill Sans MT" pitchFamily="34" charset="0"/>
        </a:defRPr>
      </a:lvl7pPr>
      <a:lvl8pPr marL="1371600" algn="l" rtl="0" fontAlgn="base">
        <a:spcBef>
          <a:spcPct val="0"/>
        </a:spcBef>
        <a:spcAft>
          <a:spcPct val="0"/>
        </a:spcAft>
        <a:defRPr sz="3800">
          <a:solidFill>
            <a:srgbClr val="572314"/>
          </a:solidFill>
          <a:latin typeface="Gill Sans MT" pitchFamily="34" charset="0"/>
        </a:defRPr>
      </a:lvl8pPr>
      <a:lvl9pPr marL="1828800" algn="l" rtl="0" fontAlgn="base">
        <a:spcBef>
          <a:spcPct val="0"/>
        </a:spcBef>
        <a:spcAft>
          <a:spcPct val="0"/>
        </a:spcAft>
        <a:defRPr sz="3800">
          <a:solidFill>
            <a:srgbClr val="572314"/>
          </a:solidFill>
          <a:latin typeface="Gill Sans MT" pitchFamily="34" charset="0"/>
        </a:defRPr>
      </a:lvl9pPr>
      <a:extLst/>
    </p:titleStyle>
    <p:bodyStyle>
      <a:lvl1pPr marL="325438" indent="-252413" algn="l" rtl="0" eaLnBrk="0" fontAlgn="base" hangingPunct="0">
        <a:spcBef>
          <a:spcPts val="538"/>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69913" indent="-211138" algn="l" rtl="0" eaLnBrk="0" fontAlgn="base" hangingPunct="0">
        <a:spcBef>
          <a:spcPts val="488"/>
        </a:spcBef>
        <a:spcAft>
          <a:spcPct val="0"/>
        </a:spcAft>
        <a:buClr>
          <a:schemeClr val="accent1"/>
        </a:buClr>
        <a:buFont typeface="Verdana" panose="020B0604030504040204" pitchFamily="34" charset="0"/>
        <a:buChar char="◦"/>
        <a:defRPr sz="2500" kern="1200">
          <a:solidFill>
            <a:schemeClr val="tx1"/>
          </a:solidFill>
          <a:latin typeface="+mn-lt"/>
          <a:ea typeface="+mn-ea"/>
          <a:cs typeface="+mn-cs"/>
        </a:defRPr>
      </a:lvl2pPr>
      <a:lvl3pPr marL="790575" indent="-203200" algn="l" rtl="0" eaLnBrk="0" fontAlgn="base" hangingPunct="0">
        <a:spcBef>
          <a:spcPct val="20000"/>
        </a:spcBef>
        <a:spcAft>
          <a:spcPct val="0"/>
        </a:spcAft>
        <a:buClr>
          <a:schemeClr val="accent2"/>
        </a:buClr>
        <a:buFont typeface="Wingdings 2" panose="05020102010507070707" pitchFamily="18" charset="2"/>
        <a:buChar char=""/>
        <a:defRPr sz="2100" kern="1200">
          <a:solidFill>
            <a:schemeClr val="tx1"/>
          </a:solidFill>
          <a:latin typeface="+mn-lt"/>
          <a:ea typeface="+mn-ea"/>
          <a:cs typeface="+mn-cs"/>
        </a:defRPr>
      </a:lvl3pPr>
      <a:lvl4pPr marL="979488" indent="-153988" algn="l" rtl="0" eaLnBrk="0" fontAlgn="base" hangingPunct="0">
        <a:spcBef>
          <a:spcPct val="20000"/>
        </a:spcBef>
        <a:spcAft>
          <a:spcPct val="0"/>
        </a:spcAft>
        <a:buClr>
          <a:srgbClr val="C32D2E"/>
        </a:buClr>
        <a:buFont typeface="Wingdings 2" panose="05020102010507070707" pitchFamily="18" charset="2"/>
        <a:buChar char=""/>
        <a:defRPr kern="1200">
          <a:solidFill>
            <a:schemeClr val="tx1"/>
          </a:solidFill>
          <a:latin typeface="+mn-lt"/>
          <a:ea typeface="+mn-ea"/>
          <a:cs typeface="+mn-cs"/>
        </a:defRPr>
      </a:lvl4pPr>
      <a:lvl5pPr marL="1158875" indent="-161925" algn="l" rtl="0" eaLnBrk="0" fontAlgn="base" hangingPunct="0">
        <a:spcBef>
          <a:spcPct val="20000"/>
        </a:spcBef>
        <a:spcAft>
          <a:spcPct val="0"/>
        </a:spcAft>
        <a:buClr>
          <a:srgbClr val="84AA33"/>
        </a:buClr>
        <a:buFont typeface="Wingdings 2" panose="05020102010507070707" pitchFamily="18" charset="2"/>
        <a:buChar char=""/>
        <a:defRPr kern="1200">
          <a:solidFill>
            <a:schemeClr val="tx1"/>
          </a:solidFill>
          <a:latin typeface="+mn-lt"/>
          <a:ea typeface="+mn-ea"/>
          <a:cs typeface="+mn-cs"/>
        </a:defRPr>
      </a:lvl5pPr>
      <a:lvl6pPr marL="1346950" indent="-163267" algn="l" rtl="0" eaLnBrk="1" latinLnBrk="0" hangingPunct="1">
        <a:lnSpc>
          <a:spcPct val="100000"/>
        </a:lnSpc>
        <a:spcBef>
          <a:spcPct val="20000"/>
        </a:spcBef>
        <a:buClr>
          <a:schemeClr val="accent5"/>
        </a:buClr>
        <a:buFont typeface="Wingdings 2"/>
        <a:buChar char=""/>
        <a:defRPr kumimoji="0" sz="1800" kern="1200">
          <a:solidFill>
            <a:schemeClr val="tx1"/>
          </a:solidFill>
          <a:latin typeface="+mn-lt"/>
          <a:ea typeface="+mn-ea"/>
          <a:cs typeface="+mn-cs"/>
        </a:defRPr>
      </a:lvl6pPr>
      <a:lvl7pPr marL="1534706" indent="-163267" algn="l" rtl="0" eaLnBrk="1" latinLnBrk="0" hangingPunct="1">
        <a:lnSpc>
          <a:spcPct val="100000"/>
        </a:lnSpc>
        <a:spcBef>
          <a:spcPct val="20000"/>
        </a:spcBef>
        <a:buClr>
          <a:schemeClr val="accent6"/>
        </a:buClr>
        <a:buFont typeface="Wingdings 2"/>
        <a:buChar char=""/>
        <a:defRPr kumimoji="0" sz="1800" kern="1200">
          <a:solidFill>
            <a:schemeClr val="tx1"/>
          </a:solidFill>
          <a:latin typeface="+mn-lt"/>
          <a:ea typeface="+mn-ea"/>
          <a:cs typeface="+mn-cs"/>
        </a:defRPr>
      </a:lvl7pPr>
      <a:lvl8pPr marL="1714300" indent="-163267" algn="l" rtl="0" eaLnBrk="1" latinLnBrk="0" hangingPunct="1">
        <a:lnSpc>
          <a:spcPct val="100000"/>
        </a:lnSpc>
        <a:spcBef>
          <a:spcPct val="20000"/>
        </a:spcBef>
        <a:buClr>
          <a:schemeClr val="accent6"/>
        </a:buClr>
        <a:buFont typeface="Wingdings 2"/>
        <a:buChar char=""/>
        <a:defRPr kumimoji="0" sz="1800" kern="1200">
          <a:solidFill>
            <a:schemeClr val="tx1"/>
          </a:solidFill>
          <a:latin typeface="+mn-lt"/>
          <a:ea typeface="+mn-ea"/>
          <a:cs typeface="+mn-cs"/>
        </a:defRPr>
      </a:lvl8pPr>
      <a:lvl9pPr marL="1902056" indent="-163267" algn="l" rtl="0" eaLnBrk="1" latinLnBrk="0" hangingPunct="1">
        <a:lnSpc>
          <a:spcPct val="100000"/>
        </a:lnSpc>
        <a:spcBef>
          <a:spcPct val="20000"/>
        </a:spcBef>
        <a:buClr>
          <a:schemeClr val="accent6"/>
        </a:buClr>
        <a:buFont typeface="Wingdings 2"/>
        <a:buChar char=""/>
        <a:defRPr kumimoji="0" sz="18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08167" algn="l" rtl="0" eaLnBrk="1" latinLnBrk="0" hangingPunct="1">
        <a:defRPr kumimoji="0" kern="1200">
          <a:solidFill>
            <a:schemeClr val="tx1"/>
          </a:solidFill>
          <a:latin typeface="+mn-lt"/>
          <a:ea typeface="+mn-ea"/>
          <a:cs typeface="+mn-cs"/>
        </a:defRPr>
      </a:lvl2pPr>
      <a:lvl3pPr marL="816333" algn="l" rtl="0" eaLnBrk="1" latinLnBrk="0" hangingPunct="1">
        <a:defRPr kumimoji="0" kern="1200">
          <a:solidFill>
            <a:schemeClr val="tx1"/>
          </a:solidFill>
          <a:latin typeface="+mn-lt"/>
          <a:ea typeface="+mn-ea"/>
          <a:cs typeface="+mn-cs"/>
        </a:defRPr>
      </a:lvl3pPr>
      <a:lvl4pPr marL="1224500" algn="l" rtl="0" eaLnBrk="1" latinLnBrk="0" hangingPunct="1">
        <a:defRPr kumimoji="0" kern="1200">
          <a:solidFill>
            <a:schemeClr val="tx1"/>
          </a:solidFill>
          <a:latin typeface="+mn-lt"/>
          <a:ea typeface="+mn-ea"/>
          <a:cs typeface="+mn-cs"/>
        </a:defRPr>
      </a:lvl4pPr>
      <a:lvl5pPr marL="1632666" algn="l" rtl="0" eaLnBrk="1" latinLnBrk="0" hangingPunct="1">
        <a:defRPr kumimoji="0" kern="1200">
          <a:solidFill>
            <a:schemeClr val="tx1"/>
          </a:solidFill>
          <a:latin typeface="+mn-lt"/>
          <a:ea typeface="+mn-ea"/>
          <a:cs typeface="+mn-cs"/>
        </a:defRPr>
      </a:lvl5pPr>
      <a:lvl6pPr marL="2040833" algn="l" rtl="0" eaLnBrk="1" latinLnBrk="0" hangingPunct="1">
        <a:defRPr kumimoji="0" kern="1200">
          <a:solidFill>
            <a:schemeClr val="tx1"/>
          </a:solidFill>
          <a:latin typeface="+mn-lt"/>
          <a:ea typeface="+mn-ea"/>
          <a:cs typeface="+mn-cs"/>
        </a:defRPr>
      </a:lvl6pPr>
      <a:lvl7pPr marL="2448999" algn="l" rtl="0" eaLnBrk="1" latinLnBrk="0" hangingPunct="1">
        <a:defRPr kumimoji="0" kern="1200">
          <a:solidFill>
            <a:schemeClr val="tx1"/>
          </a:solidFill>
          <a:latin typeface="+mn-lt"/>
          <a:ea typeface="+mn-ea"/>
          <a:cs typeface="+mn-cs"/>
        </a:defRPr>
      </a:lvl7pPr>
      <a:lvl8pPr marL="2857166" algn="l" rtl="0" eaLnBrk="1" latinLnBrk="0" hangingPunct="1">
        <a:defRPr kumimoji="0" kern="1200">
          <a:solidFill>
            <a:schemeClr val="tx1"/>
          </a:solidFill>
          <a:latin typeface="+mn-lt"/>
          <a:ea typeface="+mn-ea"/>
          <a:cs typeface="+mn-cs"/>
        </a:defRPr>
      </a:lvl8pPr>
      <a:lvl9pPr marL="3265332"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FC9E33ED-19EC-5823-1C9B-C8D7BA221904}"/>
              </a:ext>
            </a:extLst>
          </p:cNvPr>
          <p:cNvSpPr txBox="1">
            <a:spLocks/>
          </p:cNvSpPr>
          <p:nvPr/>
        </p:nvSpPr>
        <p:spPr>
          <a:xfrm>
            <a:off x="2095500" y="1849438"/>
            <a:ext cx="5905500" cy="666750"/>
          </a:xfrm>
          <a:prstGeom prst="rect">
            <a:avLst/>
          </a:prstGeom>
        </p:spPr>
        <p:txBody>
          <a:bodyPr lIns="74057" tIns="37029" rIns="74057" bIns="37029"/>
          <a:lstStyle/>
          <a:p>
            <a:pPr marL="306153" indent="-306153" algn="ctr" defTabSz="370286">
              <a:spcBef>
                <a:spcPct val="20000"/>
              </a:spcBef>
              <a:defRPr/>
            </a:pPr>
            <a:r>
              <a:rPr lang="en-GB" altLang="en-US" sz="3600" b="1" dirty="0">
                <a:solidFill>
                  <a:schemeClr val="accent5"/>
                </a:solidFill>
                <a:effectLst>
                  <a:outerShdw blurRad="38100" dist="38100" dir="2700000" algn="tl">
                    <a:srgbClr val="000000">
                      <a:alpha val="43137"/>
                    </a:srgbClr>
                  </a:outerShdw>
                </a:effectLst>
                <a:latin typeface="+mj-lt"/>
              </a:rPr>
              <a:t>System  Testing</a:t>
            </a:r>
          </a:p>
          <a:p>
            <a:pPr marL="306153" indent="-306153" algn="ctr" defTabSz="370286">
              <a:spcBef>
                <a:spcPct val="20000"/>
              </a:spcBef>
              <a:defRPr/>
            </a:pPr>
            <a:r>
              <a:rPr lang="en-GB" sz="3600" b="1" dirty="0">
                <a:solidFill>
                  <a:schemeClr val="accent5"/>
                </a:solidFill>
                <a:effectLst>
                  <a:outerShdw blurRad="38100" dist="38100" dir="2700000" algn="tl">
                    <a:srgbClr val="000000">
                      <a:alpha val="43137"/>
                    </a:srgbClr>
                  </a:outerShdw>
                </a:effectLst>
                <a:latin typeface="+mj-lt"/>
                <a:cs typeface="Times New Roman" pitchFamily="18" charset="0"/>
              </a:rPr>
              <a:t>                                  </a:t>
            </a:r>
            <a:endParaRPr lang="en-US" sz="3600" b="1" dirty="0">
              <a:solidFill>
                <a:schemeClr val="accent5"/>
              </a:solidFill>
              <a:effectLst>
                <a:outerShdw blurRad="38100" dist="38100" dir="2700000" algn="tl">
                  <a:srgbClr val="000000">
                    <a:alpha val="43137"/>
                  </a:srgbClr>
                </a:outerShdw>
              </a:effectLst>
              <a:latin typeface="+mj-lt"/>
              <a:cs typeface="Times New Roman" pitchFamily="18" charset="0"/>
            </a:endParaRPr>
          </a:p>
        </p:txBody>
      </p:sp>
      <p:sp>
        <p:nvSpPr>
          <p:cNvPr id="13315" name="CustomShape 3">
            <a:extLst>
              <a:ext uri="{FF2B5EF4-FFF2-40B4-BE49-F238E27FC236}">
                <a16:creationId xmlns:a16="http://schemas.microsoft.com/office/drawing/2014/main" id="{C3F63BE7-EBBB-37C1-D3EB-C380E539A24F}"/>
              </a:ext>
            </a:extLst>
          </p:cNvPr>
          <p:cNvSpPr>
            <a:spLocks noChangeArrowheads="1"/>
          </p:cNvSpPr>
          <p:nvPr/>
        </p:nvSpPr>
        <p:spPr bwMode="auto">
          <a:xfrm>
            <a:off x="2647950" y="2952750"/>
            <a:ext cx="48006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5000" rIns="90000" bIns="45000"/>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pPr algn="ctr"/>
            <a:r>
              <a:rPr lang="en-IN" altLang="en-US" sz="2400">
                <a:latin typeface="Calibri" panose="020F0502020204030204" pitchFamily="34" charset="0"/>
              </a:rPr>
              <a:t>Prof. Durga Prasad Mohapatra</a:t>
            </a:r>
            <a:endParaRPr lang="en-US" altLang="en-US"/>
          </a:p>
          <a:p>
            <a:pPr algn="ctr"/>
            <a:r>
              <a:rPr lang="en-IN" altLang="en-US" sz="2400">
                <a:latin typeface="Calibri" panose="020F0502020204030204" pitchFamily="34" charset="0"/>
              </a:rPr>
              <a:t>Professor</a:t>
            </a:r>
            <a:endParaRPr lang="en-US" altLang="en-US"/>
          </a:p>
          <a:p>
            <a:pPr algn="ctr"/>
            <a:r>
              <a:rPr lang="en-IN" altLang="en-US" sz="2400">
                <a:latin typeface="Calibri" panose="020F0502020204030204" pitchFamily="34" charset="0"/>
              </a:rPr>
              <a:t>Dept.of CSE, NIT Rourkela</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8876ECC-A82F-C3B9-961C-5A1001F7D75A}"/>
              </a:ext>
            </a:extLst>
          </p:cNvPr>
          <p:cNvSpPr>
            <a:spLocks noGrp="1" noChangeArrowheads="1"/>
          </p:cNvSpPr>
          <p:nvPr>
            <p:ph type="title"/>
          </p:nvPr>
        </p:nvSpPr>
        <p:spPr>
          <a:xfrm>
            <a:off x="425450" y="-434975"/>
            <a:ext cx="8221663" cy="1328738"/>
          </a:xfrm>
        </p:spPr>
        <p:txBody>
          <a:bodyPr lIns="12052" tIns="31336" rIns="12052" bIns="31336" rtlCol="0">
            <a:noAutofit/>
          </a:bodyPr>
          <a:lstStyle/>
          <a:p>
            <a:pPr algn="ctr" defTabSz="554519" eaLnBrk="1" fontAlgn="auto" hangingPunct="1">
              <a:spcBef>
                <a:spcPts val="987"/>
              </a:spcBef>
              <a:spcAft>
                <a:spcPts val="0"/>
              </a:spcAft>
              <a:defRPr/>
            </a:pPr>
            <a:r>
              <a:rPr lang="en-GB" altLang="en-US" dirty="0">
                <a:solidFill>
                  <a:schemeClr val="tx2">
                    <a:satMod val="130000"/>
                  </a:schemeClr>
                </a:solidFill>
              </a:rPr>
              <a:t>System Testing</a:t>
            </a:r>
          </a:p>
        </p:txBody>
      </p:sp>
      <p:sp>
        <p:nvSpPr>
          <p:cNvPr id="14339" name="Rectangle 3">
            <a:extLst>
              <a:ext uri="{FF2B5EF4-FFF2-40B4-BE49-F238E27FC236}">
                <a16:creationId xmlns:a16="http://schemas.microsoft.com/office/drawing/2014/main" id="{2B94D93D-420F-17DE-1EC4-FA6E6B4A900B}"/>
              </a:ext>
            </a:extLst>
          </p:cNvPr>
          <p:cNvSpPr>
            <a:spLocks noGrp="1" noChangeArrowheads="1"/>
          </p:cNvSpPr>
          <p:nvPr>
            <p:ph idx="1"/>
          </p:nvPr>
        </p:nvSpPr>
        <p:spPr>
          <a:xfrm>
            <a:off x="990600" y="895350"/>
            <a:ext cx="8001000" cy="4114800"/>
          </a:xfrm>
        </p:spPr>
        <p:txBody>
          <a:bodyPr lIns="12052" tIns="31336" rIns="12052" bIns="31336"/>
          <a:lstStyle/>
          <a:p>
            <a:pPr marL="457200" indent="-457200" algn="just" defTabSz="554038" eaLnBrk="1" hangingPunct="1">
              <a:spcBef>
                <a:spcPts val="975"/>
              </a:spcBef>
              <a:spcAft>
                <a:spcPts val="975"/>
              </a:spcAft>
            </a:pPr>
            <a:r>
              <a:rPr lang="en-GB" altLang="en-US"/>
              <a:t>There are three main types of system testing:</a:t>
            </a:r>
          </a:p>
          <a:p>
            <a:pPr marL="619125" lvl="1" indent="-342900" algn="just" defTabSz="554038" eaLnBrk="1" hangingPunct="1">
              <a:spcBef>
                <a:spcPts val="975"/>
              </a:spcBef>
              <a:spcAft>
                <a:spcPts val="975"/>
              </a:spcAft>
            </a:pPr>
            <a:r>
              <a:rPr lang="en-GB" altLang="en-US" b="1">
                <a:solidFill>
                  <a:srgbClr val="0000CC"/>
                </a:solidFill>
              </a:rPr>
              <a:t>Alpha Testing</a:t>
            </a:r>
          </a:p>
          <a:p>
            <a:pPr marL="619125" lvl="1" indent="-342900" algn="just" defTabSz="554038" eaLnBrk="1" hangingPunct="1">
              <a:spcBef>
                <a:spcPts val="975"/>
              </a:spcBef>
              <a:spcAft>
                <a:spcPts val="975"/>
              </a:spcAft>
            </a:pPr>
            <a:r>
              <a:rPr lang="en-GB" altLang="en-US" b="1">
                <a:solidFill>
                  <a:srgbClr val="0000CC"/>
                </a:solidFill>
              </a:rPr>
              <a:t>Beta Testing</a:t>
            </a:r>
          </a:p>
          <a:p>
            <a:pPr marL="619125" lvl="1" indent="-342900" algn="just" defTabSz="554038" eaLnBrk="1" hangingPunct="1">
              <a:spcBef>
                <a:spcPts val="975"/>
              </a:spcBef>
              <a:spcAft>
                <a:spcPts val="975"/>
              </a:spcAft>
            </a:pPr>
            <a:r>
              <a:rPr lang="en-GB" altLang="en-US" b="1">
                <a:solidFill>
                  <a:srgbClr val="0000CC"/>
                </a:solidFill>
              </a:rPr>
              <a:t>Acceptance Testing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2937D81-B3DA-C2A6-C971-121AF344A65F}"/>
              </a:ext>
            </a:extLst>
          </p:cNvPr>
          <p:cNvSpPr>
            <a:spLocks noGrp="1" noChangeArrowheads="1"/>
          </p:cNvSpPr>
          <p:nvPr>
            <p:ph type="title"/>
          </p:nvPr>
        </p:nvSpPr>
        <p:spPr>
          <a:xfrm>
            <a:off x="425450" y="-176213"/>
            <a:ext cx="8221663" cy="976313"/>
          </a:xfrm>
        </p:spPr>
        <p:txBody>
          <a:bodyPr lIns="12052" tIns="31336" rIns="12052" bIns="31336" rtlCol="0">
            <a:noAutofit/>
          </a:bodyPr>
          <a:lstStyle/>
          <a:p>
            <a:pPr algn="ctr" defTabSz="554519" eaLnBrk="1" fontAlgn="auto" hangingPunct="1">
              <a:spcBef>
                <a:spcPts val="987"/>
              </a:spcBef>
              <a:spcAft>
                <a:spcPts val="0"/>
              </a:spcAft>
              <a:defRPr/>
            </a:pPr>
            <a:r>
              <a:rPr lang="en-GB" altLang="en-US" dirty="0">
                <a:solidFill>
                  <a:schemeClr val="tx2">
                    <a:satMod val="130000"/>
                  </a:schemeClr>
                </a:solidFill>
              </a:rPr>
              <a:t>Alpha Testing</a:t>
            </a:r>
          </a:p>
        </p:txBody>
      </p:sp>
      <p:sp>
        <p:nvSpPr>
          <p:cNvPr id="15363" name="Rectangle 3">
            <a:extLst>
              <a:ext uri="{FF2B5EF4-FFF2-40B4-BE49-F238E27FC236}">
                <a16:creationId xmlns:a16="http://schemas.microsoft.com/office/drawing/2014/main" id="{738C6481-E085-6005-6621-128517E6526B}"/>
              </a:ext>
            </a:extLst>
          </p:cNvPr>
          <p:cNvSpPr>
            <a:spLocks noGrp="1" noChangeArrowheads="1"/>
          </p:cNvSpPr>
          <p:nvPr>
            <p:ph idx="1"/>
          </p:nvPr>
        </p:nvSpPr>
        <p:spPr>
          <a:xfrm>
            <a:off x="990600" y="685800"/>
            <a:ext cx="8001000" cy="4154488"/>
          </a:xfrm>
        </p:spPr>
        <p:txBody>
          <a:bodyPr lIns="12052" tIns="31336" rIns="12052" bIns="31336"/>
          <a:lstStyle/>
          <a:p>
            <a:pPr marL="457200" indent="-457200" algn="just" defTabSz="554038" eaLnBrk="1" hangingPunct="1">
              <a:spcBef>
                <a:spcPts val="975"/>
              </a:spcBef>
              <a:spcAft>
                <a:spcPts val="975"/>
              </a:spcAft>
              <a:defRPr/>
            </a:pPr>
            <a:r>
              <a:rPr lang="en-GB" altLang="en-US" dirty="0"/>
              <a:t>System testing  carried out by the test team, within the developing organization.</a:t>
            </a:r>
          </a:p>
          <a:p>
            <a:pPr marL="619125" lvl="1" indent="-342900" algn="just" defTabSz="554038" eaLnBrk="1" hangingPunct="1">
              <a:spcBef>
                <a:spcPts val="975"/>
              </a:spcBef>
              <a:spcAft>
                <a:spcPts val="975"/>
              </a:spcAft>
              <a:defRPr/>
            </a:pPr>
            <a:r>
              <a:rPr lang="en-GB" altLang="en-US" b="1" dirty="0">
                <a:solidFill>
                  <a:srgbClr val="0000CC"/>
                </a:solidFill>
              </a:rPr>
              <a:t>Test cases are designed based on the SRS document</a:t>
            </a:r>
          </a:p>
          <a:p>
            <a:pPr algn="just">
              <a:buClr>
                <a:srgbClr val="3891A7"/>
              </a:buClr>
              <a:defRPr/>
            </a:pPr>
            <a:r>
              <a:rPr lang="en-IN" dirty="0">
                <a:solidFill>
                  <a:prstClr val="black"/>
                </a:solidFill>
              </a:rPr>
              <a:t>The test environment can be controlled a little in this case.</a:t>
            </a:r>
          </a:p>
          <a:p>
            <a:pPr marL="276225" lvl="1" indent="0" algn="just" defTabSz="554038" eaLnBrk="1" hangingPunct="1">
              <a:spcBef>
                <a:spcPts val="975"/>
              </a:spcBef>
              <a:spcAft>
                <a:spcPts val="975"/>
              </a:spcAft>
              <a:buFont typeface="Verdana" panose="020B0604030504040204" pitchFamily="34" charset="0"/>
              <a:buNone/>
              <a:defRPr/>
            </a:pPr>
            <a:endParaRPr lang="en-GB" altLang="en-US" b="1" dirty="0">
              <a:solidFill>
                <a:srgbClr val="0000C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FA3C9-3F56-0374-175C-F3CDFEF44B9E}"/>
              </a:ext>
            </a:extLst>
          </p:cNvPr>
          <p:cNvSpPr>
            <a:spLocks noGrp="1"/>
          </p:cNvSpPr>
          <p:nvPr>
            <p:ph type="title"/>
          </p:nvPr>
        </p:nvSpPr>
        <p:spPr>
          <a:xfrm>
            <a:off x="1295400" y="285750"/>
            <a:ext cx="7499350" cy="533400"/>
          </a:xfrm>
        </p:spPr>
        <p:txBody>
          <a:bodyPr>
            <a:noAutofit/>
          </a:bodyPr>
          <a:lstStyle/>
          <a:p>
            <a:pPr algn="ctr">
              <a:defRPr/>
            </a:pPr>
            <a:r>
              <a:rPr lang="en-IN" dirty="0"/>
              <a:t>Entry Criteria to Alpha</a:t>
            </a:r>
            <a:br>
              <a:rPr lang="en-IN" dirty="0"/>
            </a:br>
            <a:endParaRPr lang="en-IN" dirty="0"/>
          </a:p>
        </p:txBody>
      </p:sp>
      <p:sp>
        <p:nvSpPr>
          <p:cNvPr id="16387" name="Content Placeholder 2">
            <a:extLst>
              <a:ext uri="{FF2B5EF4-FFF2-40B4-BE49-F238E27FC236}">
                <a16:creationId xmlns:a16="http://schemas.microsoft.com/office/drawing/2014/main" id="{ED1C4A63-9792-E520-33CB-3A2D3D8C4557}"/>
              </a:ext>
            </a:extLst>
          </p:cNvPr>
          <p:cNvSpPr>
            <a:spLocks noGrp="1"/>
          </p:cNvSpPr>
          <p:nvPr>
            <p:ph idx="1"/>
          </p:nvPr>
        </p:nvSpPr>
        <p:spPr>
          <a:xfrm>
            <a:off x="990600" y="666750"/>
            <a:ext cx="8001000" cy="4343400"/>
          </a:xfrm>
        </p:spPr>
        <p:txBody>
          <a:bodyPr/>
          <a:lstStyle/>
          <a:p>
            <a:pPr algn="just"/>
            <a:r>
              <a:rPr lang="en-IN" altLang="en-US" sz="2400"/>
              <a:t>All features are complete/testable (no urgent bugs).</a:t>
            </a:r>
          </a:p>
          <a:p>
            <a:pPr algn="just"/>
            <a:r>
              <a:rPr lang="en-IN" altLang="en-US" sz="2400"/>
              <a:t>High bugs on primary platforms are fixed/verified.</a:t>
            </a:r>
          </a:p>
          <a:p>
            <a:pPr algn="just"/>
            <a:r>
              <a:rPr lang="en-IN" altLang="en-US" sz="2400"/>
              <a:t> 50% of medium bugs on primary platforms are fixed/verified.</a:t>
            </a:r>
          </a:p>
          <a:p>
            <a:pPr algn="just"/>
            <a:r>
              <a:rPr lang="en-IN" altLang="en-US" sz="2400"/>
              <a:t>All features have been tested on primary platforms.</a:t>
            </a:r>
          </a:p>
          <a:p>
            <a:pPr algn="just"/>
            <a:r>
              <a:rPr lang="en-IN" altLang="en-US" sz="2400"/>
              <a:t>Performance has been measured/compared with previous releases (user functions).</a:t>
            </a:r>
          </a:p>
          <a:p>
            <a:pPr algn="just"/>
            <a:r>
              <a:rPr lang="en-IN" altLang="en-US" sz="2400"/>
              <a:t>Usability testing and feedback (ongoing).</a:t>
            </a:r>
          </a:p>
          <a:p>
            <a:pPr algn="just"/>
            <a:r>
              <a:rPr lang="en-IN" altLang="en-US" sz="2400"/>
              <a:t> Alpha sites are ready for installation.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0D9E0-C03B-A321-10D5-65F6AB824DC2}"/>
              </a:ext>
            </a:extLst>
          </p:cNvPr>
          <p:cNvSpPr>
            <a:spLocks noGrp="1"/>
          </p:cNvSpPr>
          <p:nvPr>
            <p:ph type="title"/>
          </p:nvPr>
        </p:nvSpPr>
        <p:spPr/>
        <p:txBody>
          <a:bodyPr>
            <a:noAutofit/>
          </a:bodyPr>
          <a:lstStyle/>
          <a:p>
            <a:pPr algn="ctr">
              <a:defRPr/>
            </a:pPr>
            <a:r>
              <a:rPr lang="en-IN" dirty="0"/>
              <a:t>Exit Criteria from Alpha</a:t>
            </a:r>
            <a:br>
              <a:rPr lang="en-IN" dirty="0"/>
            </a:br>
            <a:endParaRPr lang="en-IN" dirty="0"/>
          </a:p>
        </p:txBody>
      </p:sp>
      <p:sp>
        <p:nvSpPr>
          <p:cNvPr id="3" name="Content Placeholder 2">
            <a:extLst>
              <a:ext uri="{FF2B5EF4-FFF2-40B4-BE49-F238E27FC236}">
                <a16:creationId xmlns:a16="http://schemas.microsoft.com/office/drawing/2014/main" id="{B2A9E270-6066-6265-EBF7-A40621CFD3A7}"/>
              </a:ext>
            </a:extLst>
          </p:cNvPr>
          <p:cNvSpPr>
            <a:spLocks noGrp="1"/>
          </p:cNvSpPr>
          <p:nvPr>
            <p:ph idx="1"/>
          </p:nvPr>
        </p:nvSpPr>
        <p:spPr>
          <a:xfrm>
            <a:off x="1143000" y="819150"/>
            <a:ext cx="7848600" cy="3600450"/>
          </a:xfrm>
        </p:spPr>
        <p:txBody>
          <a:bodyPr/>
          <a:lstStyle/>
          <a:p>
            <a:pPr marL="73025" indent="0" algn="just">
              <a:buFont typeface="Wingdings 2" panose="05020102010507070707" pitchFamily="18" charset="2"/>
              <a:buNone/>
              <a:defRPr/>
            </a:pPr>
            <a:r>
              <a:rPr lang="en-IN" dirty="0"/>
              <a:t>After alpha testing, we must:</a:t>
            </a:r>
          </a:p>
          <a:p>
            <a:pPr algn="just">
              <a:defRPr/>
            </a:pPr>
            <a:r>
              <a:rPr lang="en-IN" dirty="0"/>
              <a:t>Get responses/feedbacks from customers.</a:t>
            </a:r>
          </a:p>
          <a:p>
            <a:pPr algn="just">
              <a:defRPr/>
            </a:pPr>
            <a:r>
              <a:rPr lang="en-IN" dirty="0"/>
              <a:t>Prepare a report of any serious bugs being noticed.</a:t>
            </a:r>
          </a:p>
          <a:p>
            <a:pPr algn="just">
              <a:defRPr/>
            </a:pPr>
            <a:r>
              <a:rPr lang="en-IN" dirty="0"/>
              <a:t>Notify bug-fixing issues to developers.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BC63314F-91F1-0120-4F03-0462AED69CBE}"/>
              </a:ext>
            </a:extLst>
          </p:cNvPr>
          <p:cNvSpPr>
            <a:spLocks noGrp="1" noChangeArrowheads="1"/>
          </p:cNvSpPr>
          <p:nvPr>
            <p:ph type="title"/>
          </p:nvPr>
        </p:nvSpPr>
        <p:spPr>
          <a:xfrm>
            <a:off x="457200" y="-400050"/>
            <a:ext cx="8221663" cy="1328738"/>
          </a:xfrm>
        </p:spPr>
        <p:txBody>
          <a:bodyPr lIns="12052" tIns="31336" rIns="12052" bIns="31336" rtlCol="0">
            <a:noAutofit/>
          </a:bodyPr>
          <a:lstStyle/>
          <a:p>
            <a:pPr algn="ctr" defTabSz="554519" eaLnBrk="1" fontAlgn="auto" hangingPunct="1">
              <a:spcBef>
                <a:spcPts val="987"/>
              </a:spcBef>
              <a:spcAft>
                <a:spcPts val="0"/>
              </a:spcAft>
              <a:defRPr/>
            </a:pPr>
            <a:r>
              <a:rPr lang="en-GB" altLang="en-US">
                <a:solidFill>
                  <a:schemeClr val="tx2">
                    <a:satMod val="130000"/>
                  </a:schemeClr>
                </a:solidFill>
              </a:rPr>
              <a:t>Beta Testing</a:t>
            </a:r>
          </a:p>
        </p:txBody>
      </p:sp>
      <p:sp>
        <p:nvSpPr>
          <p:cNvPr id="18435" name="Rectangle 3">
            <a:extLst>
              <a:ext uri="{FF2B5EF4-FFF2-40B4-BE49-F238E27FC236}">
                <a16:creationId xmlns:a16="http://schemas.microsoft.com/office/drawing/2014/main" id="{DBEBDE65-A8FC-ECBE-C0E2-2278D3CC867A}"/>
              </a:ext>
            </a:extLst>
          </p:cNvPr>
          <p:cNvSpPr>
            <a:spLocks noGrp="1" noChangeArrowheads="1"/>
          </p:cNvSpPr>
          <p:nvPr>
            <p:ph idx="1"/>
          </p:nvPr>
        </p:nvSpPr>
        <p:spPr>
          <a:xfrm>
            <a:off x="990600" y="857250"/>
            <a:ext cx="8001000" cy="3886200"/>
          </a:xfrm>
        </p:spPr>
        <p:txBody>
          <a:bodyPr lIns="12052" tIns="31336" rIns="12052" bIns="31336"/>
          <a:lstStyle/>
          <a:p>
            <a:pPr marL="457200" indent="-457200" algn="just" defTabSz="554038" eaLnBrk="1" hangingPunct="1">
              <a:spcBef>
                <a:spcPts val="975"/>
              </a:spcBef>
              <a:spcAft>
                <a:spcPts val="975"/>
              </a:spcAft>
            </a:pPr>
            <a:r>
              <a:rPr lang="en-GB" altLang="en-US"/>
              <a:t>System testing performed by a selected group of friendly customers, normally at customer site.</a:t>
            </a:r>
          </a:p>
          <a:p>
            <a:pPr marL="457200" indent="-457200" algn="just" defTabSz="554038" eaLnBrk="1" hangingPunct="1">
              <a:spcBef>
                <a:spcPts val="975"/>
              </a:spcBef>
              <a:spcAft>
                <a:spcPts val="975"/>
              </a:spcAft>
            </a:pPr>
            <a:r>
              <a:rPr lang="en-IN" altLang="en-US">
                <a:solidFill>
                  <a:srgbClr val="000000"/>
                </a:solidFill>
              </a:rPr>
              <a:t>The  development team does not have any control    over the test environment.</a:t>
            </a:r>
          </a:p>
          <a:p>
            <a:pPr marL="457200" indent="-457200" algn="just" defTabSz="554038" eaLnBrk="1" hangingPunct="1">
              <a:spcBef>
                <a:spcPts val="975"/>
              </a:spcBef>
              <a:spcAft>
                <a:spcPts val="975"/>
              </a:spcAft>
            </a:pPr>
            <a:endParaRPr lang="en-GB"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9988-3ACC-2AA2-47BB-907F31F85BDE}"/>
              </a:ext>
            </a:extLst>
          </p:cNvPr>
          <p:cNvSpPr>
            <a:spLocks noGrp="1"/>
          </p:cNvSpPr>
          <p:nvPr>
            <p:ph type="title"/>
          </p:nvPr>
        </p:nvSpPr>
        <p:spPr>
          <a:xfrm>
            <a:off x="1447800" y="285750"/>
            <a:ext cx="7499350" cy="612775"/>
          </a:xfrm>
        </p:spPr>
        <p:txBody>
          <a:bodyPr>
            <a:noAutofit/>
          </a:bodyPr>
          <a:lstStyle/>
          <a:p>
            <a:pPr algn="ctr">
              <a:defRPr/>
            </a:pPr>
            <a:r>
              <a:rPr lang="en-IN" dirty="0"/>
              <a:t>Entry Criteria to Beta</a:t>
            </a:r>
            <a:br>
              <a:rPr lang="en-IN" dirty="0"/>
            </a:br>
            <a:endParaRPr lang="en-IN" dirty="0"/>
          </a:p>
        </p:txBody>
      </p:sp>
      <p:sp>
        <p:nvSpPr>
          <p:cNvPr id="19459" name="Content Placeholder 2">
            <a:extLst>
              <a:ext uri="{FF2B5EF4-FFF2-40B4-BE49-F238E27FC236}">
                <a16:creationId xmlns:a16="http://schemas.microsoft.com/office/drawing/2014/main" id="{6F03E2F1-340E-B141-E111-BCD8DA4CC489}"/>
              </a:ext>
            </a:extLst>
          </p:cNvPr>
          <p:cNvSpPr>
            <a:spLocks noGrp="1"/>
          </p:cNvSpPr>
          <p:nvPr>
            <p:ph idx="1"/>
          </p:nvPr>
        </p:nvSpPr>
        <p:spPr>
          <a:xfrm>
            <a:off x="1143000" y="895350"/>
            <a:ext cx="7848600" cy="3962400"/>
          </a:xfrm>
        </p:spPr>
        <p:txBody>
          <a:bodyPr/>
          <a:lstStyle/>
          <a:p>
            <a:pPr algn="just"/>
            <a:r>
              <a:rPr lang="en-IN" altLang="en-US" sz="2400"/>
              <a:t> Positive responses from alpha sites.</a:t>
            </a:r>
          </a:p>
          <a:p>
            <a:pPr algn="just"/>
            <a:r>
              <a:rPr lang="en-IN" altLang="en-US" sz="2400"/>
              <a:t>Customer bugs in alpha testing have been addressed.</a:t>
            </a:r>
          </a:p>
          <a:p>
            <a:pPr algn="just"/>
            <a:r>
              <a:rPr lang="en-IN" altLang="en-US" sz="2400"/>
              <a:t> There are no fatal errors which can affect the functionality of the software.</a:t>
            </a:r>
          </a:p>
          <a:p>
            <a:pPr algn="just"/>
            <a:r>
              <a:rPr lang="en-IN" altLang="en-US" sz="2400"/>
              <a:t> Secondary platform compatibility testing is complete.</a:t>
            </a:r>
          </a:p>
          <a:p>
            <a:pPr algn="just"/>
            <a:r>
              <a:rPr lang="en-IN" altLang="en-US" sz="2400"/>
              <a:t> Regression testing corresponding to bug fixes has been done.</a:t>
            </a:r>
          </a:p>
          <a:p>
            <a:pPr algn="just"/>
            <a:r>
              <a:rPr lang="en-IN" altLang="en-US" sz="2400"/>
              <a:t> Beta sites are ready for installation.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FB7E7-3DCA-4830-2F4F-9B3AC19332A5}"/>
              </a:ext>
            </a:extLst>
          </p:cNvPr>
          <p:cNvSpPr>
            <a:spLocks noGrp="1"/>
          </p:cNvSpPr>
          <p:nvPr>
            <p:ph type="title"/>
          </p:nvPr>
        </p:nvSpPr>
        <p:spPr/>
        <p:txBody>
          <a:bodyPr>
            <a:noAutofit/>
          </a:bodyPr>
          <a:lstStyle/>
          <a:p>
            <a:pPr algn="ctr">
              <a:defRPr/>
            </a:pPr>
            <a:r>
              <a:rPr lang="en-IN" dirty="0"/>
              <a:t>Guidelines for Beta Testing</a:t>
            </a:r>
            <a:br>
              <a:rPr lang="en-IN" dirty="0"/>
            </a:br>
            <a:endParaRPr lang="en-IN" dirty="0"/>
          </a:p>
        </p:txBody>
      </p:sp>
      <p:sp>
        <p:nvSpPr>
          <p:cNvPr id="20483" name="Content Placeholder 2">
            <a:extLst>
              <a:ext uri="{FF2B5EF4-FFF2-40B4-BE49-F238E27FC236}">
                <a16:creationId xmlns:a16="http://schemas.microsoft.com/office/drawing/2014/main" id="{7C2A6E13-7216-92A8-D07A-3B7CA35F72B0}"/>
              </a:ext>
            </a:extLst>
          </p:cNvPr>
          <p:cNvSpPr>
            <a:spLocks noGrp="1"/>
          </p:cNvSpPr>
          <p:nvPr>
            <p:ph idx="1"/>
          </p:nvPr>
        </p:nvSpPr>
        <p:spPr>
          <a:xfrm>
            <a:off x="1143000" y="819150"/>
            <a:ext cx="7848600" cy="3600450"/>
          </a:xfrm>
        </p:spPr>
        <p:txBody>
          <a:bodyPr/>
          <a:lstStyle/>
          <a:p>
            <a:pPr algn="just"/>
            <a:r>
              <a:rPr lang="en-IN" altLang="en-US"/>
              <a:t>Don’t expect to release new builds to beta testers more than once every two weeks.</a:t>
            </a:r>
          </a:p>
          <a:p>
            <a:pPr algn="just"/>
            <a:r>
              <a:rPr lang="en-IN" altLang="en-US"/>
              <a:t>Don’t plan a beta with fewer than four releases.</a:t>
            </a:r>
          </a:p>
          <a:p>
            <a:pPr algn="just"/>
            <a:r>
              <a:rPr lang="en-IN" altLang="en-US"/>
              <a:t> If you add a feature, even a small one, during the beta process, the clock goes back to the beginning of eight weeks and you need another 3– 4 releases.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9D7F-2788-8FA8-704B-240F5DAC7201}"/>
              </a:ext>
            </a:extLst>
          </p:cNvPr>
          <p:cNvSpPr>
            <a:spLocks noGrp="1"/>
          </p:cNvSpPr>
          <p:nvPr>
            <p:ph type="title"/>
          </p:nvPr>
        </p:nvSpPr>
        <p:spPr/>
        <p:txBody>
          <a:bodyPr>
            <a:noAutofit/>
          </a:bodyPr>
          <a:lstStyle/>
          <a:p>
            <a:pPr algn="ctr">
              <a:defRPr/>
            </a:pPr>
            <a:r>
              <a:rPr lang="en-IN" dirty="0"/>
              <a:t>Exit Criteria from Beta</a:t>
            </a:r>
            <a:br>
              <a:rPr lang="en-IN" dirty="0"/>
            </a:br>
            <a:endParaRPr lang="en-IN" dirty="0"/>
          </a:p>
        </p:txBody>
      </p:sp>
      <p:sp>
        <p:nvSpPr>
          <p:cNvPr id="3" name="Content Placeholder 2">
            <a:extLst>
              <a:ext uri="{FF2B5EF4-FFF2-40B4-BE49-F238E27FC236}">
                <a16:creationId xmlns:a16="http://schemas.microsoft.com/office/drawing/2014/main" id="{AC3F8CB6-4C1E-C996-3FE6-C998DEA60841}"/>
              </a:ext>
            </a:extLst>
          </p:cNvPr>
          <p:cNvSpPr>
            <a:spLocks noGrp="1"/>
          </p:cNvSpPr>
          <p:nvPr>
            <p:ph idx="1"/>
          </p:nvPr>
        </p:nvSpPr>
        <p:spPr>
          <a:xfrm>
            <a:off x="1143000" y="971550"/>
            <a:ext cx="7499350" cy="3600450"/>
          </a:xfrm>
        </p:spPr>
        <p:txBody>
          <a:bodyPr/>
          <a:lstStyle/>
          <a:p>
            <a:pPr marL="73025" indent="0" algn="just">
              <a:buFont typeface="Wingdings 2" panose="05020102010507070707" pitchFamily="18" charset="2"/>
              <a:buNone/>
              <a:defRPr/>
            </a:pPr>
            <a:r>
              <a:rPr lang="en-IN" dirty="0"/>
              <a:t>After beta testing, we must:</a:t>
            </a:r>
          </a:p>
          <a:p>
            <a:pPr algn="just">
              <a:defRPr/>
            </a:pPr>
            <a:r>
              <a:rPr lang="en-IN" sz="2400" dirty="0"/>
              <a:t> Get responses/feedbacks from the beta testers.</a:t>
            </a:r>
          </a:p>
          <a:p>
            <a:pPr algn="just">
              <a:defRPr/>
            </a:pPr>
            <a:r>
              <a:rPr lang="en-IN" sz="2400" dirty="0"/>
              <a:t> Prepare a report of all serious bugs.</a:t>
            </a:r>
          </a:p>
          <a:p>
            <a:pPr algn="just">
              <a:defRPr/>
            </a:pPr>
            <a:r>
              <a:rPr lang="en-IN" sz="2400" dirty="0"/>
              <a:t> Notify bug-fixing issues to developers.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FFC8D48-7BEF-A4A0-5733-D839B0065FA1}"/>
              </a:ext>
            </a:extLst>
          </p:cNvPr>
          <p:cNvSpPr>
            <a:spLocks noGrp="1" noChangeArrowheads="1"/>
          </p:cNvSpPr>
          <p:nvPr>
            <p:ph type="title"/>
          </p:nvPr>
        </p:nvSpPr>
        <p:spPr>
          <a:xfrm>
            <a:off x="457200" y="-31750"/>
            <a:ext cx="8223250" cy="996950"/>
          </a:xfrm>
        </p:spPr>
        <p:txBody>
          <a:bodyPr lIns="12052" tIns="31336" rIns="12052" bIns="31336" rtlCol="0">
            <a:noAutofit/>
          </a:bodyPr>
          <a:lstStyle/>
          <a:p>
            <a:pPr algn="ctr" defTabSz="554519" eaLnBrk="1" fontAlgn="auto" hangingPunct="1">
              <a:spcBef>
                <a:spcPts val="987"/>
              </a:spcBef>
              <a:spcAft>
                <a:spcPts val="0"/>
              </a:spcAft>
              <a:defRPr/>
            </a:pPr>
            <a:r>
              <a:rPr lang="en-GB" altLang="en-US" dirty="0">
                <a:solidFill>
                  <a:schemeClr val="tx2">
                    <a:satMod val="130000"/>
                  </a:schemeClr>
                </a:solidFill>
              </a:rPr>
              <a:t>Acceptance Testing</a:t>
            </a:r>
          </a:p>
        </p:txBody>
      </p:sp>
      <p:sp>
        <p:nvSpPr>
          <p:cNvPr id="22531" name="Rectangle 3">
            <a:extLst>
              <a:ext uri="{FF2B5EF4-FFF2-40B4-BE49-F238E27FC236}">
                <a16:creationId xmlns:a16="http://schemas.microsoft.com/office/drawing/2014/main" id="{BF3DE4F0-DEB8-1258-B83B-D761303B610D}"/>
              </a:ext>
            </a:extLst>
          </p:cNvPr>
          <p:cNvSpPr>
            <a:spLocks noGrp="1" noChangeArrowheads="1"/>
          </p:cNvSpPr>
          <p:nvPr>
            <p:ph idx="1"/>
          </p:nvPr>
        </p:nvSpPr>
        <p:spPr>
          <a:xfrm>
            <a:off x="990600" y="912813"/>
            <a:ext cx="8005763" cy="4097337"/>
          </a:xfrm>
        </p:spPr>
        <p:txBody>
          <a:bodyPr lIns="12052" tIns="31336" rIns="12052" bIns="31336"/>
          <a:lstStyle/>
          <a:p>
            <a:pPr marL="457200" indent="-457200" algn="just" defTabSz="554038" eaLnBrk="1" hangingPunct="1">
              <a:spcBef>
                <a:spcPts val="975"/>
              </a:spcBef>
              <a:spcAft>
                <a:spcPts val="975"/>
              </a:spcAft>
            </a:pPr>
            <a:r>
              <a:rPr lang="en-GB" altLang="en-US"/>
              <a:t>System testing performed by the customer himself: </a:t>
            </a:r>
          </a:p>
          <a:p>
            <a:pPr marL="619125" lvl="1" indent="-342900" algn="just" defTabSz="554038" eaLnBrk="1" hangingPunct="1">
              <a:spcBef>
                <a:spcPts val="975"/>
              </a:spcBef>
              <a:spcAft>
                <a:spcPts val="975"/>
              </a:spcAft>
            </a:pPr>
            <a:r>
              <a:rPr lang="en-GB" altLang="en-US" b="1">
                <a:solidFill>
                  <a:srgbClr val="0000CC"/>
                </a:solidFill>
              </a:rPr>
              <a:t>To determine whether the system should be accepted or rejected.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3E98-595B-8796-EF00-E235C0DC8BA1}"/>
              </a:ext>
            </a:extLst>
          </p:cNvPr>
          <p:cNvSpPr>
            <a:spLocks noGrp="1"/>
          </p:cNvSpPr>
          <p:nvPr>
            <p:ph type="title"/>
          </p:nvPr>
        </p:nvSpPr>
        <p:spPr>
          <a:xfrm>
            <a:off x="1371600" y="133350"/>
            <a:ext cx="7499350" cy="685800"/>
          </a:xfrm>
        </p:spPr>
        <p:txBody>
          <a:bodyPr/>
          <a:lstStyle/>
          <a:p>
            <a:pPr algn="ctr">
              <a:defRPr/>
            </a:pPr>
            <a:r>
              <a:rPr lang="en-GB" altLang="en-US" dirty="0">
                <a:solidFill>
                  <a:schemeClr val="tx2">
                    <a:satMod val="130000"/>
                  </a:schemeClr>
                </a:solidFill>
              </a:rPr>
              <a:t>Acceptance Testing        </a:t>
            </a:r>
            <a:r>
              <a:rPr lang="en-GB" altLang="en-US" dirty="0" err="1">
                <a:solidFill>
                  <a:schemeClr val="tx2">
                    <a:satMod val="130000"/>
                  </a:schemeClr>
                </a:solidFill>
              </a:rPr>
              <a:t>cont</a:t>
            </a:r>
            <a:r>
              <a:rPr lang="en-GB" altLang="en-US" dirty="0">
                <a:solidFill>
                  <a:schemeClr val="tx2">
                    <a:satMod val="130000"/>
                  </a:schemeClr>
                </a:solidFill>
              </a:rPr>
              <a:t>…</a:t>
            </a:r>
            <a:endParaRPr lang="en-IN" dirty="0"/>
          </a:p>
        </p:txBody>
      </p:sp>
      <p:sp>
        <p:nvSpPr>
          <p:cNvPr id="23555" name="Content Placeholder 2">
            <a:extLst>
              <a:ext uri="{FF2B5EF4-FFF2-40B4-BE49-F238E27FC236}">
                <a16:creationId xmlns:a16="http://schemas.microsoft.com/office/drawing/2014/main" id="{3D1198B1-A7D4-B83A-D078-3545F416A9B1}"/>
              </a:ext>
            </a:extLst>
          </p:cNvPr>
          <p:cNvSpPr>
            <a:spLocks noGrp="1"/>
          </p:cNvSpPr>
          <p:nvPr>
            <p:ph idx="1"/>
          </p:nvPr>
        </p:nvSpPr>
        <p:spPr>
          <a:xfrm>
            <a:off x="990600" y="1047750"/>
            <a:ext cx="8001000" cy="3848100"/>
          </a:xfrm>
        </p:spPr>
        <p:txBody>
          <a:bodyPr/>
          <a:lstStyle/>
          <a:p>
            <a:pPr algn="just"/>
            <a:r>
              <a:rPr lang="en-IN" altLang="en-US" sz="2400" i="1"/>
              <a:t>Acceptance  testing is the formal testing conducted to determine whether a software system satisfies its acceptance criteria and to enable buyers to determine whether to accept the system or not.</a:t>
            </a:r>
          </a:p>
          <a:p>
            <a:pPr algn="just"/>
            <a:r>
              <a:rPr lang="en-IN" altLang="en-US" sz="2400"/>
              <a:t>Acceptance testing must take place at the end of the development process.</a:t>
            </a:r>
          </a:p>
          <a:p>
            <a:pPr algn="just"/>
            <a:r>
              <a:rPr lang="en-IN" altLang="en-US" sz="2400"/>
              <a:t> It consists of tests to determine whether the developed system meets the predetermined functionality, performance, quality, and interface criteria acceptable to the user.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BD8CBDE6-D87F-C448-6914-63FE8E4E3251}"/>
              </a:ext>
            </a:extLst>
          </p:cNvPr>
          <p:cNvSpPr>
            <a:spLocks noGrp="1"/>
          </p:cNvSpPr>
          <p:nvPr>
            <p:ph idx="1"/>
          </p:nvPr>
        </p:nvSpPr>
        <p:spPr>
          <a:xfrm>
            <a:off x="1066800" y="1123950"/>
            <a:ext cx="7924800" cy="3600450"/>
          </a:xfrm>
        </p:spPr>
        <p:txBody>
          <a:bodyPr/>
          <a:lstStyle/>
          <a:p>
            <a:pPr algn="just"/>
            <a:r>
              <a:rPr lang="en-IN" altLang="en-US" sz="2400" i="1"/>
              <a:t>Therefore, the final acceptance acknowledges that the entire software product adequately meets the customer’s requirements. </a:t>
            </a:r>
          </a:p>
          <a:p>
            <a:pPr algn="just"/>
            <a:r>
              <a:rPr lang="en-IN" altLang="en-US" sz="2400" i="1"/>
              <a:t>User Acceptance Testing (UAT) is different from system testing. </a:t>
            </a:r>
          </a:p>
          <a:p>
            <a:pPr algn="just"/>
            <a:r>
              <a:rPr lang="en-IN" altLang="en-US" sz="2400" i="1"/>
              <a:t>System testing is invariably performed by the development team which includes developers and testers. </a:t>
            </a:r>
          </a:p>
          <a:p>
            <a:pPr algn="just"/>
            <a:r>
              <a:rPr lang="en-IN" altLang="en-US" sz="2400" i="1"/>
              <a:t>User acceptance testing, on the other hand, should be carried out by end-users.</a:t>
            </a:r>
          </a:p>
        </p:txBody>
      </p:sp>
      <p:sp>
        <p:nvSpPr>
          <p:cNvPr id="4" name="Title 1">
            <a:extLst>
              <a:ext uri="{FF2B5EF4-FFF2-40B4-BE49-F238E27FC236}">
                <a16:creationId xmlns:a16="http://schemas.microsoft.com/office/drawing/2014/main" id="{C9E9375E-AE8D-898E-1A64-EBCAEB8E4DBB}"/>
              </a:ext>
            </a:extLst>
          </p:cNvPr>
          <p:cNvSpPr>
            <a:spLocks noGrp="1"/>
          </p:cNvSpPr>
          <p:nvPr>
            <p:ph type="title"/>
          </p:nvPr>
        </p:nvSpPr>
        <p:spPr/>
        <p:txBody>
          <a:bodyPr/>
          <a:lstStyle/>
          <a:p>
            <a:pPr algn="ctr">
              <a:defRPr/>
            </a:pPr>
            <a:r>
              <a:rPr lang="en-GB" altLang="en-US" dirty="0">
                <a:solidFill>
                  <a:schemeClr val="tx2">
                    <a:satMod val="130000"/>
                  </a:schemeClr>
                </a:solidFill>
              </a:rPr>
              <a:t>Acceptance Testing        </a:t>
            </a:r>
            <a:r>
              <a:rPr lang="en-GB" altLang="en-US" dirty="0" err="1">
                <a:solidFill>
                  <a:schemeClr val="tx2">
                    <a:satMod val="130000"/>
                  </a:schemeClr>
                </a:solidFill>
              </a:rPr>
              <a:t>cont</a:t>
            </a:r>
            <a:r>
              <a:rPr lang="en-GB" altLang="en-US" dirty="0">
                <a:solidFill>
                  <a:schemeClr val="tx2">
                    <a:satMod val="130000"/>
                  </a:schemeClr>
                </a:solidFill>
              </a:rPr>
              <a:t>…</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2E8A4E-4605-B9C8-D6E6-5D317587A32C}"/>
              </a:ext>
            </a:extLst>
          </p:cNvPr>
          <p:cNvSpPr>
            <a:spLocks noGrp="1"/>
          </p:cNvSpPr>
          <p:nvPr>
            <p:ph idx="1"/>
          </p:nvPr>
        </p:nvSpPr>
        <p:spPr>
          <a:xfrm>
            <a:off x="1143000" y="1085850"/>
            <a:ext cx="7791450" cy="3600450"/>
          </a:xfrm>
        </p:spPr>
        <p:txBody>
          <a:bodyPr/>
          <a:lstStyle/>
          <a:p>
            <a:pPr marL="73025" indent="0" algn="just">
              <a:buFont typeface="Wingdings 2" panose="05020102010507070707" pitchFamily="18" charset="2"/>
              <a:buNone/>
              <a:defRPr/>
            </a:pPr>
            <a:r>
              <a:rPr lang="en-IN" dirty="0"/>
              <a:t>Thus, acceptance testing is designed to:</a:t>
            </a:r>
          </a:p>
          <a:p>
            <a:pPr algn="just">
              <a:defRPr/>
            </a:pPr>
            <a:r>
              <a:rPr lang="en-IN" sz="2400" dirty="0"/>
              <a:t> Determine whether the software is fi t for the user.</a:t>
            </a:r>
          </a:p>
          <a:p>
            <a:pPr algn="just">
              <a:defRPr/>
            </a:pPr>
            <a:r>
              <a:rPr lang="en-IN" sz="2400" dirty="0"/>
              <a:t> Making users confident about the product.</a:t>
            </a:r>
          </a:p>
          <a:p>
            <a:pPr algn="just">
              <a:defRPr/>
            </a:pPr>
            <a:r>
              <a:rPr lang="en-IN" sz="2400" dirty="0"/>
              <a:t> Determine whether a software system satisfies its acceptance criteria.</a:t>
            </a:r>
          </a:p>
          <a:p>
            <a:pPr algn="just">
              <a:defRPr/>
            </a:pPr>
            <a:r>
              <a:rPr lang="en-IN" sz="2400" dirty="0"/>
              <a:t> Enable the buyer to determine whether to accept the system or not.</a:t>
            </a:r>
          </a:p>
        </p:txBody>
      </p:sp>
      <p:sp>
        <p:nvSpPr>
          <p:cNvPr id="4" name="Title 1">
            <a:extLst>
              <a:ext uri="{FF2B5EF4-FFF2-40B4-BE49-F238E27FC236}">
                <a16:creationId xmlns:a16="http://schemas.microsoft.com/office/drawing/2014/main" id="{4CA7B0D4-84A2-62E1-9CF2-B3AEF11647BA}"/>
              </a:ext>
            </a:extLst>
          </p:cNvPr>
          <p:cNvSpPr>
            <a:spLocks noGrp="1"/>
          </p:cNvSpPr>
          <p:nvPr>
            <p:ph type="title"/>
          </p:nvPr>
        </p:nvSpPr>
        <p:spPr/>
        <p:txBody>
          <a:bodyPr/>
          <a:lstStyle/>
          <a:p>
            <a:pPr algn="ctr">
              <a:defRPr/>
            </a:pPr>
            <a:r>
              <a:rPr lang="en-GB" altLang="en-US" dirty="0">
                <a:solidFill>
                  <a:schemeClr val="tx2">
                    <a:satMod val="130000"/>
                  </a:schemeClr>
                </a:solidFill>
              </a:rPr>
              <a:t>Acceptance Testing        </a:t>
            </a:r>
            <a:r>
              <a:rPr lang="en-GB" altLang="en-US" dirty="0" err="1">
                <a:solidFill>
                  <a:schemeClr val="tx2">
                    <a:satMod val="130000"/>
                  </a:schemeClr>
                </a:solidFill>
              </a:rPr>
              <a:t>cont</a:t>
            </a:r>
            <a:r>
              <a:rPr lang="en-GB" altLang="en-US" dirty="0">
                <a:solidFill>
                  <a:schemeClr val="tx2">
                    <a:satMod val="130000"/>
                  </a:schemeClr>
                </a:solidFill>
              </a:rPr>
              <a:t>…</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44787210-BED9-EB4B-17C8-64686ACCC533}"/>
              </a:ext>
            </a:extLst>
          </p:cNvPr>
          <p:cNvSpPr>
            <a:spLocks noGrp="1"/>
          </p:cNvSpPr>
          <p:nvPr>
            <p:ph idx="1"/>
          </p:nvPr>
        </p:nvSpPr>
        <p:spPr>
          <a:xfrm>
            <a:off x="990600" y="590550"/>
            <a:ext cx="8077200" cy="4495800"/>
          </a:xfrm>
        </p:spPr>
        <p:txBody>
          <a:bodyPr/>
          <a:lstStyle/>
          <a:p>
            <a:pPr algn="just"/>
            <a:r>
              <a:rPr lang="en-IN" altLang="en-US" sz="2400"/>
              <a:t>The final acceptance marks the completion of the entire development process.</a:t>
            </a:r>
          </a:p>
          <a:p>
            <a:pPr algn="just"/>
            <a:r>
              <a:rPr lang="en-IN" altLang="en-US" sz="2400"/>
              <a:t>It happens when the customer and the developer has no further problems.</a:t>
            </a:r>
          </a:p>
          <a:p>
            <a:pPr algn="just"/>
            <a:r>
              <a:rPr lang="en-IN" altLang="en-US" sz="2400"/>
              <a:t>Acceptance test might be supported by the testers. </a:t>
            </a:r>
          </a:p>
          <a:p>
            <a:pPr algn="just"/>
            <a:r>
              <a:rPr lang="en-IN" altLang="en-US" sz="2400"/>
              <a:t>It is very important to define the acceptance criteria with the buyer during various phases of SDLC.</a:t>
            </a:r>
          </a:p>
          <a:p>
            <a:pPr algn="just"/>
            <a:r>
              <a:rPr lang="en-IN" altLang="en-US" sz="2400"/>
              <a:t>A well-defined acceptance plan will help development teams to understand users’ needs. </a:t>
            </a:r>
          </a:p>
          <a:p>
            <a:pPr algn="just"/>
            <a:r>
              <a:rPr lang="en-IN" altLang="en-US" sz="2400"/>
              <a:t>The acceptance test plan must be created or reviewed by the customer.</a:t>
            </a:r>
          </a:p>
        </p:txBody>
      </p:sp>
      <p:sp>
        <p:nvSpPr>
          <p:cNvPr id="4" name="Title 1">
            <a:extLst>
              <a:ext uri="{FF2B5EF4-FFF2-40B4-BE49-F238E27FC236}">
                <a16:creationId xmlns:a16="http://schemas.microsoft.com/office/drawing/2014/main" id="{A761989F-6098-9579-94E7-ED0511ED82B6}"/>
              </a:ext>
            </a:extLst>
          </p:cNvPr>
          <p:cNvSpPr>
            <a:spLocks noGrp="1"/>
          </p:cNvSpPr>
          <p:nvPr>
            <p:ph type="title"/>
          </p:nvPr>
        </p:nvSpPr>
        <p:spPr>
          <a:xfrm>
            <a:off x="1371600" y="3175"/>
            <a:ext cx="7499350" cy="460375"/>
          </a:xfrm>
        </p:spPr>
        <p:txBody>
          <a:bodyPr>
            <a:noAutofit/>
          </a:bodyPr>
          <a:lstStyle/>
          <a:p>
            <a:pPr algn="ctr">
              <a:defRPr/>
            </a:pPr>
            <a:r>
              <a:rPr lang="en-GB" altLang="en-US" dirty="0">
                <a:solidFill>
                  <a:schemeClr val="tx2">
                    <a:satMod val="130000"/>
                  </a:schemeClr>
                </a:solidFill>
              </a:rPr>
              <a:t>Acceptance Testing        </a:t>
            </a:r>
            <a:r>
              <a:rPr lang="en-GB" altLang="en-US" dirty="0" err="1">
                <a:solidFill>
                  <a:schemeClr val="tx2">
                    <a:satMod val="130000"/>
                  </a:schemeClr>
                </a:solidFill>
              </a:rPr>
              <a:t>cont</a:t>
            </a:r>
            <a:r>
              <a:rPr lang="en-GB" altLang="en-US" dirty="0">
                <a:solidFill>
                  <a:schemeClr val="tx2">
                    <a:satMod val="130000"/>
                  </a:schemeClr>
                </a:solidFill>
              </a:rPr>
              <a:t>…</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FD98FE83-FA39-DC9D-80B9-2B8C161300C7}"/>
              </a:ext>
            </a:extLst>
          </p:cNvPr>
          <p:cNvSpPr>
            <a:spLocks noGrp="1"/>
          </p:cNvSpPr>
          <p:nvPr>
            <p:ph idx="1"/>
          </p:nvPr>
        </p:nvSpPr>
        <p:spPr>
          <a:xfrm>
            <a:off x="1066800" y="514350"/>
            <a:ext cx="8001000" cy="4572000"/>
          </a:xfrm>
        </p:spPr>
        <p:txBody>
          <a:bodyPr/>
          <a:lstStyle/>
          <a:p>
            <a:pPr algn="just"/>
            <a:r>
              <a:rPr lang="en-IN" altLang="en-US" sz="2400"/>
              <a:t>The development team and the customer should work together and make sure that they:</a:t>
            </a:r>
          </a:p>
          <a:p>
            <a:pPr algn="just"/>
            <a:r>
              <a:rPr lang="en-IN" altLang="en-US" sz="2400"/>
              <a:t> Identify interim and final products for acceptance, acceptance criteria, and schedule.</a:t>
            </a:r>
          </a:p>
          <a:p>
            <a:pPr algn="just"/>
            <a:r>
              <a:rPr lang="en-IN" altLang="en-US" sz="2400"/>
              <a:t> Plan how and by whom each acceptance activities will be  performed.</a:t>
            </a:r>
          </a:p>
          <a:p>
            <a:pPr algn="just"/>
            <a:r>
              <a:rPr lang="en-IN" altLang="en-US" sz="2400"/>
              <a:t> Schedule adequate time for the customer to examine and review the product.</a:t>
            </a:r>
          </a:p>
          <a:p>
            <a:pPr algn="just"/>
            <a:r>
              <a:rPr lang="en-IN" altLang="en-US" sz="2400"/>
              <a:t> Prepare the acceptance plan.</a:t>
            </a:r>
          </a:p>
          <a:p>
            <a:pPr algn="just"/>
            <a:r>
              <a:rPr lang="en-IN" altLang="en-US" sz="2400"/>
              <a:t> Perform formal acceptance testing at delivery.</a:t>
            </a:r>
          </a:p>
          <a:p>
            <a:pPr algn="just"/>
            <a:r>
              <a:rPr lang="en-IN" altLang="en-US" sz="2400"/>
              <a:t> Make a decision based on the results of acceptance testing.</a:t>
            </a:r>
          </a:p>
        </p:txBody>
      </p:sp>
      <p:sp>
        <p:nvSpPr>
          <p:cNvPr id="4" name="Title 1">
            <a:extLst>
              <a:ext uri="{FF2B5EF4-FFF2-40B4-BE49-F238E27FC236}">
                <a16:creationId xmlns:a16="http://schemas.microsoft.com/office/drawing/2014/main" id="{6B8F55CD-5F96-9576-440A-7CA4E00503B3}"/>
              </a:ext>
            </a:extLst>
          </p:cNvPr>
          <p:cNvSpPr>
            <a:spLocks noGrp="1"/>
          </p:cNvSpPr>
          <p:nvPr>
            <p:ph type="title"/>
          </p:nvPr>
        </p:nvSpPr>
        <p:spPr>
          <a:xfrm>
            <a:off x="1447800" y="-22225"/>
            <a:ext cx="7499350" cy="612775"/>
          </a:xfrm>
        </p:spPr>
        <p:txBody>
          <a:bodyPr>
            <a:noAutofit/>
          </a:bodyPr>
          <a:lstStyle/>
          <a:p>
            <a:pPr algn="ctr">
              <a:defRPr/>
            </a:pPr>
            <a:r>
              <a:rPr lang="en-GB" altLang="en-US" dirty="0">
                <a:solidFill>
                  <a:schemeClr val="tx2">
                    <a:satMod val="130000"/>
                  </a:schemeClr>
                </a:solidFill>
              </a:rPr>
              <a:t>Acceptance Testing        </a:t>
            </a:r>
            <a:r>
              <a:rPr lang="en-GB" altLang="en-US" dirty="0" err="1">
                <a:solidFill>
                  <a:schemeClr val="tx2">
                    <a:satMod val="130000"/>
                  </a:schemeClr>
                </a:solidFill>
              </a:rPr>
              <a:t>cont</a:t>
            </a:r>
            <a:r>
              <a:rPr lang="en-GB" altLang="en-US" dirty="0">
                <a:solidFill>
                  <a:schemeClr val="tx2">
                    <a:satMod val="130000"/>
                  </a:schemeClr>
                </a:solidFill>
              </a:rPr>
              <a:t>…</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763D4-CE97-8441-4D85-C1B011289FAE}"/>
              </a:ext>
            </a:extLst>
          </p:cNvPr>
          <p:cNvSpPr>
            <a:spLocks noGrp="1"/>
          </p:cNvSpPr>
          <p:nvPr>
            <p:ph type="title"/>
          </p:nvPr>
        </p:nvSpPr>
        <p:spPr/>
        <p:txBody>
          <a:bodyPr>
            <a:noAutofit/>
          </a:bodyPr>
          <a:lstStyle/>
          <a:p>
            <a:pPr algn="ctr">
              <a:defRPr/>
            </a:pPr>
            <a:r>
              <a:rPr lang="en-IN" dirty="0"/>
              <a:t>Entry Criteria to  Acceptance</a:t>
            </a:r>
            <a:br>
              <a:rPr lang="en-IN" dirty="0"/>
            </a:br>
            <a:endParaRPr lang="en-IN" dirty="0"/>
          </a:p>
        </p:txBody>
      </p:sp>
      <p:sp>
        <p:nvSpPr>
          <p:cNvPr id="28675" name="Content Placeholder 2">
            <a:extLst>
              <a:ext uri="{FF2B5EF4-FFF2-40B4-BE49-F238E27FC236}">
                <a16:creationId xmlns:a16="http://schemas.microsoft.com/office/drawing/2014/main" id="{BCF200E3-B232-4E2D-0640-365A546D903F}"/>
              </a:ext>
            </a:extLst>
          </p:cNvPr>
          <p:cNvSpPr>
            <a:spLocks noGrp="1"/>
          </p:cNvSpPr>
          <p:nvPr>
            <p:ph idx="1"/>
          </p:nvPr>
        </p:nvSpPr>
        <p:spPr>
          <a:xfrm>
            <a:off x="1143000" y="1085850"/>
            <a:ext cx="7791450" cy="3600450"/>
          </a:xfrm>
        </p:spPr>
        <p:txBody>
          <a:bodyPr/>
          <a:lstStyle/>
          <a:p>
            <a:pPr algn="just"/>
            <a:r>
              <a:rPr lang="en-IN" altLang="en-US"/>
              <a:t>System testing is complete and defects identified are either fixed or documented.</a:t>
            </a:r>
          </a:p>
          <a:p>
            <a:pPr algn="just"/>
            <a:r>
              <a:rPr lang="en-IN" altLang="en-US"/>
              <a:t> Acceptance plan is prepared and resources have been identified.</a:t>
            </a:r>
          </a:p>
          <a:p>
            <a:pPr algn="just"/>
            <a:r>
              <a:rPr lang="en-IN" altLang="en-US"/>
              <a:t> Test environment for the acceptance testing is available.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85F5F-424E-22AF-8682-9857C86DB674}"/>
              </a:ext>
            </a:extLst>
          </p:cNvPr>
          <p:cNvSpPr>
            <a:spLocks noGrp="1"/>
          </p:cNvSpPr>
          <p:nvPr>
            <p:ph type="title"/>
          </p:nvPr>
        </p:nvSpPr>
        <p:spPr/>
        <p:txBody>
          <a:bodyPr>
            <a:noAutofit/>
          </a:bodyPr>
          <a:lstStyle/>
          <a:p>
            <a:pPr algn="ctr">
              <a:defRPr/>
            </a:pPr>
            <a:r>
              <a:rPr lang="en-IN" dirty="0"/>
              <a:t>Exit Criteria from Acceptance</a:t>
            </a:r>
            <a:br>
              <a:rPr lang="en-IN" dirty="0"/>
            </a:br>
            <a:endParaRPr lang="en-IN" dirty="0"/>
          </a:p>
        </p:txBody>
      </p:sp>
      <p:sp>
        <p:nvSpPr>
          <p:cNvPr id="29699" name="Content Placeholder 2">
            <a:extLst>
              <a:ext uri="{FF2B5EF4-FFF2-40B4-BE49-F238E27FC236}">
                <a16:creationId xmlns:a16="http://schemas.microsoft.com/office/drawing/2014/main" id="{761CA1F6-9107-734D-BEB3-EC7EAAAFCAA4}"/>
              </a:ext>
            </a:extLst>
          </p:cNvPr>
          <p:cNvSpPr>
            <a:spLocks noGrp="1"/>
          </p:cNvSpPr>
          <p:nvPr>
            <p:ph idx="1"/>
          </p:nvPr>
        </p:nvSpPr>
        <p:spPr>
          <a:xfrm>
            <a:off x="1066800" y="1085850"/>
            <a:ext cx="7867650" cy="3600450"/>
          </a:xfrm>
        </p:spPr>
        <p:txBody>
          <a:bodyPr/>
          <a:lstStyle/>
          <a:p>
            <a:pPr algn="just"/>
            <a:r>
              <a:rPr lang="en-IN" altLang="en-US"/>
              <a:t> Acceptance decision is made for the software.</a:t>
            </a:r>
          </a:p>
          <a:p>
            <a:pPr algn="just"/>
            <a:r>
              <a:rPr lang="en-IN" altLang="en-US"/>
              <a:t> In case of any warning, the development team is notified.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3FA2E-1AA1-AE30-5C81-69EC6510B8B1}"/>
              </a:ext>
            </a:extLst>
          </p:cNvPr>
          <p:cNvSpPr>
            <a:spLocks noGrp="1"/>
          </p:cNvSpPr>
          <p:nvPr>
            <p:ph type="title"/>
          </p:nvPr>
        </p:nvSpPr>
        <p:spPr/>
        <p:txBody>
          <a:bodyPr/>
          <a:lstStyle/>
          <a:p>
            <a:pPr>
              <a:defRPr/>
            </a:pPr>
            <a:endParaRPr lang="en-IN"/>
          </a:p>
        </p:txBody>
      </p:sp>
      <p:sp>
        <p:nvSpPr>
          <p:cNvPr id="30723" name="Content Placeholder 2">
            <a:extLst>
              <a:ext uri="{FF2B5EF4-FFF2-40B4-BE49-F238E27FC236}">
                <a16:creationId xmlns:a16="http://schemas.microsoft.com/office/drawing/2014/main" id="{22EBA3E4-84AD-B94F-4B0D-B3FD1B55BD6B}"/>
              </a:ext>
            </a:extLst>
          </p:cNvPr>
          <p:cNvSpPr>
            <a:spLocks noGrp="1"/>
          </p:cNvSpPr>
          <p:nvPr>
            <p:ph idx="1"/>
          </p:nvPr>
        </p:nvSpPr>
        <p:spPr/>
        <p:txBody>
          <a:bodyPr/>
          <a:lstStyle/>
          <a:p>
            <a:pPr algn="just"/>
            <a:r>
              <a:rPr lang="en-IN" altLang="en-US"/>
              <a:t>In all types of system tests, the test cases can be the same,</a:t>
            </a:r>
          </a:p>
          <a:p>
            <a:pPr algn="just"/>
            <a:r>
              <a:rPr lang="en-IN" altLang="en-US"/>
              <a:t>but the difference is with respect to who designs test cases and carries out testing.</a:t>
            </a:r>
          </a:p>
          <a:p>
            <a:pPr algn="just"/>
            <a:endParaRPr lang="en-I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4AC00-7E8A-919E-2C24-DF7FA719706C}"/>
              </a:ext>
            </a:extLst>
          </p:cNvPr>
          <p:cNvSpPr>
            <a:spLocks noGrp="1"/>
          </p:cNvSpPr>
          <p:nvPr>
            <p:ph type="title"/>
          </p:nvPr>
        </p:nvSpPr>
        <p:spPr/>
        <p:txBody>
          <a:bodyPr/>
          <a:lstStyle/>
          <a:p>
            <a:pPr>
              <a:defRPr/>
            </a:pPr>
            <a:endParaRPr lang="en-IN"/>
          </a:p>
        </p:txBody>
      </p:sp>
      <p:sp>
        <p:nvSpPr>
          <p:cNvPr id="31747" name="Content Placeholder 2">
            <a:extLst>
              <a:ext uri="{FF2B5EF4-FFF2-40B4-BE49-F238E27FC236}">
                <a16:creationId xmlns:a16="http://schemas.microsoft.com/office/drawing/2014/main" id="{2AD6D264-C7F5-E09E-CB89-13DC121D3B58}"/>
              </a:ext>
            </a:extLst>
          </p:cNvPr>
          <p:cNvSpPr>
            <a:spLocks noGrp="1"/>
          </p:cNvSpPr>
          <p:nvPr>
            <p:ph idx="1"/>
          </p:nvPr>
        </p:nvSpPr>
        <p:spPr/>
        <p:txBody>
          <a:bodyPr/>
          <a:lstStyle/>
          <a:p>
            <a:pPr algn="just"/>
            <a:r>
              <a:rPr lang="en-IN" altLang="en-US"/>
              <a:t>The system test cases can be classified into </a:t>
            </a:r>
            <a:r>
              <a:rPr lang="en-IN" altLang="en-US">
                <a:solidFill>
                  <a:srgbClr val="FF0000"/>
                </a:solidFill>
              </a:rPr>
              <a:t>functionality</a:t>
            </a:r>
            <a:r>
              <a:rPr lang="en-IN" altLang="en-US"/>
              <a:t> and </a:t>
            </a:r>
            <a:r>
              <a:rPr lang="en-IN" altLang="en-US">
                <a:solidFill>
                  <a:srgbClr val="FF0000"/>
                </a:solidFill>
              </a:rPr>
              <a:t>performance</a:t>
            </a:r>
            <a:r>
              <a:rPr lang="en-IN" altLang="en-US"/>
              <a:t> test cases.</a:t>
            </a:r>
          </a:p>
          <a:p>
            <a:pPr algn="just"/>
            <a:r>
              <a:rPr lang="en-IN" altLang="en-US"/>
              <a:t>Before a fully integrated system is accepted for system testing, </a:t>
            </a:r>
            <a:r>
              <a:rPr lang="en-IN" altLang="en-US" b="1"/>
              <a:t>smoke testing </a:t>
            </a:r>
            <a:r>
              <a:rPr lang="en-IN" altLang="en-US"/>
              <a:t>is performed.</a:t>
            </a:r>
          </a:p>
          <a:p>
            <a:pPr algn="just"/>
            <a:endParaRPr lang="en-I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389F-0F02-43D2-CEED-5CFE6C48A96B}"/>
              </a:ext>
            </a:extLst>
          </p:cNvPr>
          <p:cNvSpPr>
            <a:spLocks noGrp="1"/>
          </p:cNvSpPr>
          <p:nvPr>
            <p:ph type="title"/>
          </p:nvPr>
        </p:nvSpPr>
        <p:spPr>
          <a:xfrm>
            <a:off x="1371600" y="133350"/>
            <a:ext cx="7499350" cy="612775"/>
          </a:xfrm>
        </p:spPr>
        <p:txBody>
          <a:bodyPr>
            <a:noAutofit/>
          </a:bodyPr>
          <a:lstStyle/>
          <a:p>
            <a:pPr algn="ctr">
              <a:defRPr/>
            </a:pPr>
            <a:r>
              <a:rPr lang="en-IN" dirty="0"/>
              <a:t>Smoke  testing</a:t>
            </a:r>
          </a:p>
        </p:txBody>
      </p:sp>
      <p:sp>
        <p:nvSpPr>
          <p:cNvPr id="3" name="Content Placeholder 2">
            <a:extLst>
              <a:ext uri="{FF2B5EF4-FFF2-40B4-BE49-F238E27FC236}">
                <a16:creationId xmlns:a16="http://schemas.microsoft.com/office/drawing/2014/main" id="{AEEA9183-0BA4-CB80-2FF2-91AE603889EA}"/>
              </a:ext>
            </a:extLst>
          </p:cNvPr>
          <p:cNvSpPr>
            <a:spLocks noGrp="1"/>
          </p:cNvSpPr>
          <p:nvPr>
            <p:ph idx="1"/>
          </p:nvPr>
        </p:nvSpPr>
        <p:spPr>
          <a:xfrm>
            <a:off x="990600" y="819150"/>
            <a:ext cx="8077200" cy="3962400"/>
          </a:xfrm>
        </p:spPr>
        <p:txBody>
          <a:bodyPr/>
          <a:lstStyle/>
          <a:p>
            <a:pPr marL="73025" indent="0" algn="just">
              <a:buFont typeface="Wingdings 2" panose="05020102010507070707" pitchFamily="18" charset="2"/>
              <a:buNone/>
              <a:defRPr/>
            </a:pPr>
            <a:r>
              <a:rPr lang="en-IN" dirty="0"/>
              <a:t>The idea behind  smoke testing is that </a:t>
            </a:r>
          </a:p>
          <a:p>
            <a:pPr algn="just">
              <a:defRPr/>
            </a:pPr>
            <a:r>
              <a:rPr lang="en-IN" sz="2400" dirty="0"/>
              <a:t>if the integrated program cannot pass even the basic tests, it is not ready for a vigorous testing. </a:t>
            </a:r>
          </a:p>
          <a:p>
            <a:pPr algn="just">
              <a:defRPr/>
            </a:pPr>
            <a:r>
              <a:rPr lang="en-IN" sz="2400" dirty="0"/>
              <a:t>For smoke testing,  a few test cases are designed to check whether the basic functionalities are working. </a:t>
            </a:r>
          </a:p>
          <a:p>
            <a:pPr algn="just">
              <a:defRPr/>
            </a:pPr>
            <a:r>
              <a:rPr lang="en-IN" sz="2400" dirty="0"/>
              <a:t>For example, for a library automation system, the smoke tests may check whether books can be created and deleted, whether member records can be created and deleted, and whether books can be loaned and returned.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4421594-EF4D-24A6-69C1-15F6BEB9B24C}"/>
              </a:ext>
            </a:extLst>
          </p:cNvPr>
          <p:cNvSpPr>
            <a:spLocks noGrp="1" noChangeArrowheads="1"/>
          </p:cNvSpPr>
          <p:nvPr>
            <p:ph type="title"/>
          </p:nvPr>
        </p:nvSpPr>
        <p:spPr>
          <a:xfrm>
            <a:off x="406400" y="136525"/>
            <a:ext cx="7769225" cy="855663"/>
          </a:xfrm>
        </p:spPr>
        <p:txBody>
          <a:bodyPr lIns="12052" tIns="31336" rIns="12052" bIns="31336" rtlCol="0">
            <a:noAutofit/>
          </a:bodyPr>
          <a:lstStyle/>
          <a:p>
            <a:pPr algn="ctr" defTabSz="554519" eaLnBrk="1" fontAlgn="auto" hangingPunct="1">
              <a:spcBef>
                <a:spcPts val="987"/>
              </a:spcBef>
              <a:spcAft>
                <a:spcPts val="0"/>
              </a:spcAft>
              <a:defRPr/>
            </a:pPr>
            <a:r>
              <a:rPr lang="en-GB" altLang="en-US">
                <a:solidFill>
                  <a:schemeClr val="tx2">
                    <a:satMod val="130000"/>
                  </a:schemeClr>
                </a:solidFill>
              </a:rPr>
              <a:t>Performance Testing</a:t>
            </a:r>
          </a:p>
        </p:txBody>
      </p:sp>
      <p:sp>
        <p:nvSpPr>
          <p:cNvPr id="33795" name="Rectangle 3">
            <a:extLst>
              <a:ext uri="{FF2B5EF4-FFF2-40B4-BE49-F238E27FC236}">
                <a16:creationId xmlns:a16="http://schemas.microsoft.com/office/drawing/2014/main" id="{1A71EA91-799B-A861-1D73-AC44D113926E}"/>
              </a:ext>
            </a:extLst>
          </p:cNvPr>
          <p:cNvSpPr>
            <a:spLocks noGrp="1" noChangeArrowheads="1"/>
          </p:cNvSpPr>
          <p:nvPr>
            <p:ph idx="1"/>
          </p:nvPr>
        </p:nvSpPr>
        <p:spPr>
          <a:xfrm>
            <a:off x="990600" y="912813"/>
            <a:ext cx="8001000" cy="4021137"/>
          </a:xfrm>
        </p:spPr>
        <p:txBody>
          <a:bodyPr lIns="12052" tIns="31336" rIns="12052" bIns="31336"/>
          <a:lstStyle/>
          <a:p>
            <a:pPr marL="457200" indent="-457200" algn="just" defTabSz="554038" eaLnBrk="1" hangingPunct="1">
              <a:spcBef>
                <a:spcPts val="975"/>
              </a:spcBef>
              <a:spcAft>
                <a:spcPts val="975"/>
              </a:spcAft>
            </a:pPr>
            <a:r>
              <a:rPr lang="en-GB" altLang="en-US"/>
              <a:t>Addresses non-functional requirements.</a:t>
            </a:r>
          </a:p>
          <a:p>
            <a:pPr marL="619125" lvl="1" indent="-342900" algn="just" defTabSz="554038" eaLnBrk="1" hangingPunct="1">
              <a:spcBef>
                <a:spcPts val="975"/>
              </a:spcBef>
              <a:spcAft>
                <a:spcPts val="975"/>
              </a:spcAft>
            </a:pPr>
            <a:r>
              <a:rPr lang="en-GB" altLang="en-US" b="1">
                <a:solidFill>
                  <a:srgbClr val="0000CC"/>
                </a:solidFill>
              </a:rPr>
              <a:t>May sometimes involve testing hardware and software together.</a:t>
            </a:r>
          </a:p>
          <a:p>
            <a:pPr marL="619125" lvl="1" indent="-342900" algn="just" defTabSz="554038" eaLnBrk="1" hangingPunct="1">
              <a:spcBef>
                <a:spcPts val="975"/>
              </a:spcBef>
              <a:spcAft>
                <a:spcPts val="975"/>
              </a:spcAft>
            </a:pPr>
            <a:r>
              <a:rPr lang="en-GB" altLang="en-US" b="1">
                <a:solidFill>
                  <a:srgbClr val="0000CC"/>
                </a:solidFill>
              </a:rPr>
              <a:t>There are several categories of performance testing.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A6B5F4AC-0F0D-2FBF-C7CD-78F1F04F3F78}"/>
              </a:ext>
            </a:extLst>
          </p:cNvPr>
          <p:cNvSpPr>
            <a:spLocks noGrp="1" noChangeArrowheads="1"/>
          </p:cNvSpPr>
          <p:nvPr>
            <p:ph type="title"/>
          </p:nvPr>
        </p:nvSpPr>
        <p:spPr>
          <a:xfrm>
            <a:off x="631825" y="-400050"/>
            <a:ext cx="8223250" cy="1328738"/>
          </a:xfrm>
        </p:spPr>
        <p:txBody>
          <a:bodyPr lIns="12052" tIns="31336" rIns="12052" bIns="31336" rtlCol="0">
            <a:noAutofit/>
          </a:bodyPr>
          <a:lstStyle/>
          <a:p>
            <a:pPr algn="ctr" defTabSz="554519" eaLnBrk="1" fontAlgn="auto" hangingPunct="1">
              <a:spcBef>
                <a:spcPts val="987"/>
              </a:spcBef>
              <a:spcAft>
                <a:spcPts val="0"/>
              </a:spcAft>
              <a:defRPr/>
            </a:pPr>
            <a:r>
              <a:rPr lang="en-GB" altLang="en-US" dirty="0">
                <a:solidFill>
                  <a:schemeClr val="tx2">
                    <a:satMod val="130000"/>
                  </a:schemeClr>
                </a:solidFill>
              </a:rPr>
              <a:t>Stress Testing</a:t>
            </a:r>
          </a:p>
        </p:txBody>
      </p:sp>
      <p:sp>
        <p:nvSpPr>
          <p:cNvPr id="34819" name="Rectangle 3">
            <a:extLst>
              <a:ext uri="{FF2B5EF4-FFF2-40B4-BE49-F238E27FC236}">
                <a16:creationId xmlns:a16="http://schemas.microsoft.com/office/drawing/2014/main" id="{FE20FC67-3F96-4ABD-1EB3-6184BCDE435F}"/>
              </a:ext>
            </a:extLst>
          </p:cNvPr>
          <p:cNvSpPr>
            <a:spLocks noGrp="1" noChangeArrowheads="1"/>
          </p:cNvSpPr>
          <p:nvPr>
            <p:ph idx="1"/>
          </p:nvPr>
        </p:nvSpPr>
        <p:spPr>
          <a:xfrm>
            <a:off x="990600" y="590550"/>
            <a:ext cx="8001000" cy="4400550"/>
          </a:xfrm>
        </p:spPr>
        <p:txBody>
          <a:bodyPr lIns="12052" tIns="31336" rIns="12052" bIns="31336"/>
          <a:lstStyle/>
          <a:p>
            <a:pPr marL="457200" indent="-457200" algn="just" defTabSz="554038" eaLnBrk="1" hangingPunct="1">
              <a:spcBef>
                <a:spcPts val="975"/>
              </a:spcBef>
              <a:spcAft>
                <a:spcPts val="975"/>
              </a:spcAft>
            </a:pPr>
            <a:r>
              <a:rPr lang="en-GB" altLang="en-US"/>
              <a:t>Stress testing (also called endurance testing):</a:t>
            </a:r>
          </a:p>
          <a:p>
            <a:pPr marL="619125" lvl="1" indent="-342900" algn="just" defTabSz="554038" eaLnBrk="1" hangingPunct="1">
              <a:spcBef>
                <a:spcPts val="975"/>
              </a:spcBef>
              <a:spcAft>
                <a:spcPts val="975"/>
              </a:spcAft>
            </a:pPr>
            <a:r>
              <a:rPr lang="en-GB" altLang="en-US" b="1">
                <a:solidFill>
                  <a:srgbClr val="0000CC"/>
                </a:solidFill>
              </a:rPr>
              <a:t>Impose abnormal input to stress the capabilities of the software. </a:t>
            </a:r>
          </a:p>
          <a:p>
            <a:pPr marL="619125" lvl="1" indent="-342900" algn="just" defTabSz="554038" eaLnBrk="1" hangingPunct="1">
              <a:spcBef>
                <a:spcPts val="975"/>
              </a:spcBef>
              <a:spcAft>
                <a:spcPts val="975"/>
              </a:spcAft>
            </a:pPr>
            <a:r>
              <a:rPr lang="en-GB" altLang="en-US" b="1">
                <a:solidFill>
                  <a:srgbClr val="0000CC"/>
                </a:solidFill>
              </a:rPr>
              <a:t>Input data volume, input data rate, processing time, utilization of memory, etc.  are tested beyond the designed capacity.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A2F7F8D-D823-658F-A3C1-EAFE1D1192C2}"/>
              </a:ext>
            </a:extLst>
          </p:cNvPr>
          <p:cNvSpPr>
            <a:spLocks noGrp="1" noChangeArrowheads="1"/>
          </p:cNvSpPr>
          <p:nvPr>
            <p:ph type="title"/>
          </p:nvPr>
        </p:nvSpPr>
        <p:spPr>
          <a:xfrm>
            <a:off x="406400" y="136525"/>
            <a:ext cx="7769225" cy="855663"/>
          </a:xfrm>
        </p:spPr>
        <p:txBody>
          <a:bodyPr lIns="12052" tIns="31336" rIns="12052" bIns="31336" rtlCol="0">
            <a:noAutofit/>
          </a:bodyPr>
          <a:lstStyle/>
          <a:p>
            <a:pPr algn="ctr" defTabSz="554519" eaLnBrk="1" fontAlgn="auto" hangingPunct="1">
              <a:spcBef>
                <a:spcPts val="987"/>
              </a:spcBef>
              <a:spcAft>
                <a:spcPts val="0"/>
              </a:spcAft>
              <a:defRPr/>
            </a:pPr>
            <a:r>
              <a:rPr lang="en-GB" altLang="en-US">
                <a:solidFill>
                  <a:schemeClr val="tx2">
                    <a:satMod val="130000"/>
                  </a:schemeClr>
                </a:solidFill>
              </a:rPr>
              <a:t>Stress Testing</a:t>
            </a:r>
          </a:p>
        </p:txBody>
      </p:sp>
      <p:sp>
        <p:nvSpPr>
          <p:cNvPr id="35843" name="Rectangle 3">
            <a:extLst>
              <a:ext uri="{FF2B5EF4-FFF2-40B4-BE49-F238E27FC236}">
                <a16:creationId xmlns:a16="http://schemas.microsoft.com/office/drawing/2014/main" id="{F34D413D-3E4E-1EE4-75B0-AE9C9F74003A}"/>
              </a:ext>
            </a:extLst>
          </p:cNvPr>
          <p:cNvSpPr>
            <a:spLocks noGrp="1" noChangeArrowheads="1"/>
          </p:cNvSpPr>
          <p:nvPr>
            <p:ph idx="1"/>
          </p:nvPr>
        </p:nvSpPr>
        <p:spPr>
          <a:xfrm>
            <a:off x="990600" y="1068388"/>
            <a:ext cx="8077200" cy="3473450"/>
          </a:xfrm>
        </p:spPr>
        <p:txBody>
          <a:bodyPr lIns="12052" tIns="31336" rIns="12052" bIns="31336"/>
          <a:lstStyle/>
          <a:p>
            <a:pPr marL="457200" indent="-457200" algn="just" defTabSz="554038" eaLnBrk="1" hangingPunct="1">
              <a:spcBef>
                <a:spcPts val="975"/>
              </a:spcBef>
              <a:spcAft>
                <a:spcPts val="975"/>
              </a:spcAft>
            </a:pPr>
            <a:r>
              <a:rPr lang="en-GB" altLang="en-US"/>
              <a:t>If the requirements is to handle a specified number of users, or devices:</a:t>
            </a:r>
          </a:p>
          <a:p>
            <a:pPr marL="619125" lvl="1" indent="-342900" algn="just" defTabSz="554038" eaLnBrk="1" hangingPunct="1">
              <a:spcBef>
                <a:spcPts val="975"/>
              </a:spcBef>
              <a:spcAft>
                <a:spcPts val="975"/>
              </a:spcAft>
            </a:pPr>
            <a:r>
              <a:rPr lang="en-GB" altLang="en-US" b="1">
                <a:solidFill>
                  <a:srgbClr val="0000CC"/>
                </a:solidFill>
              </a:rPr>
              <a:t>Stress testing evaluates system performance when all users or devices are busy simultaneously.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D0B49EE-D1AE-0686-9AC7-6FBAAD462598}"/>
              </a:ext>
            </a:extLst>
          </p:cNvPr>
          <p:cNvSpPr>
            <a:spLocks noGrp="1" noChangeArrowheads="1"/>
          </p:cNvSpPr>
          <p:nvPr>
            <p:ph type="title"/>
          </p:nvPr>
        </p:nvSpPr>
        <p:spPr>
          <a:xfrm>
            <a:off x="493713" y="0"/>
            <a:ext cx="7770812" cy="854075"/>
          </a:xfrm>
        </p:spPr>
        <p:txBody>
          <a:bodyPr lIns="12052" tIns="31336" rIns="12052" bIns="31336" rtlCol="0">
            <a:noAutofit/>
          </a:bodyPr>
          <a:lstStyle/>
          <a:p>
            <a:pPr algn="ctr" defTabSz="554519" eaLnBrk="1" fontAlgn="auto" hangingPunct="1">
              <a:spcBef>
                <a:spcPts val="987"/>
              </a:spcBef>
              <a:spcAft>
                <a:spcPts val="0"/>
              </a:spcAft>
              <a:defRPr/>
            </a:pPr>
            <a:r>
              <a:rPr lang="en-GB" altLang="en-US">
                <a:solidFill>
                  <a:schemeClr val="tx2">
                    <a:satMod val="130000"/>
                  </a:schemeClr>
                </a:solidFill>
              </a:rPr>
              <a:t>Stress Testing</a:t>
            </a:r>
          </a:p>
        </p:txBody>
      </p:sp>
      <p:sp>
        <p:nvSpPr>
          <p:cNvPr id="36867" name="Rectangle 3">
            <a:extLst>
              <a:ext uri="{FF2B5EF4-FFF2-40B4-BE49-F238E27FC236}">
                <a16:creationId xmlns:a16="http://schemas.microsoft.com/office/drawing/2014/main" id="{1DFBCCA4-BD91-CF0B-1AF7-253F0D88F9F5}"/>
              </a:ext>
            </a:extLst>
          </p:cNvPr>
          <p:cNvSpPr>
            <a:spLocks noGrp="1" noChangeArrowheads="1"/>
          </p:cNvSpPr>
          <p:nvPr>
            <p:ph idx="1"/>
          </p:nvPr>
        </p:nvSpPr>
        <p:spPr>
          <a:xfrm>
            <a:off x="990600" y="860425"/>
            <a:ext cx="8077200" cy="3684588"/>
          </a:xfrm>
        </p:spPr>
        <p:txBody>
          <a:bodyPr lIns="12052" tIns="31336" rIns="12052" bIns="31336"/>
          <a:lstStyle/>
          <a:p>
            <a:pPr marL="457200" indent="-457200" algn="just" defTabSz="554038" eaLnBrk="1" hangingPunct="1">
              <a:spcBef>
                <a:spcPts val="975"/>
              </a:spcBef>
              <a:spcAft>
                <a:spcPts val="975"/>
              </a:spcAft>
            </a:pPr>
            <a:r>
              <a:rPr lang="en-GB" altLang="en-US"/>
              <a:t>If an operating system is supposed to support 15 multiprogrammed jobs, </a:t>
            </a:r>
          </a:p>
          <a:p>
            <a:pPr marL="619125" lvl="1" indent="-342900" algn="just" defTabSz="554038" eaLnBrk="1" hangingPunct="1">
              <a:spcBef>
                <a:spcPts val="975"/>
              </a:spcBef>
              <a:spcAft>
                <a:spcPts val="975"/>
              </a:spcAft>
            </a:pPr>
            <a:r>
              <a:rPr lang="en-GB" altLang="en-US" b="1">
                <a:solidFill>
                  <a:srgbClr val="0000CC"/>
                </a:solidFill>
              </a:rPr>
              <a:t>The system is stressed by attempting to run 15 or more jobs simultaneously. </a:t>
            </a:r>
          </a:p>
          <a:p>
            <a:pPr marL="457200" indent="-457200" algn="just" defTabSz="554038" eaLnBrk="1" hangingPunct="1">
              <a:spcBef>
                <a:spcPts val="975"/>
              </a:spcBef>
              <a:spcAft>
                <a:spcPts val="975"/>
              </a:spcAft>
            </a:pPr>
            <a:r>
              <a:rPr lang="en-GB" altLang="en-US"/>
              <a:t>A real-time system might be tested </a:t>
            </a:r>
          </a:p>
          <a:p>
            <a:pPr marL="619125" lvl="1" indent="-342900" algn="just" defTabSz="554038" eaLnBrk="1" hangingPunct="1">
              <a:spcBef>
                <a:spcPts val="975"/>
              </a:spcBef>
              <a:spcAft>
                <a:spcPts val="975"/>
              </a:spcAft>
            </a:pPr>
            <a:r>
              <a:rPr lang="en-GB" altLang="en-US" b="1">
                <a:solidFill>
                  <a:srgbClr val="0000CC"/>
                </a:solidFill>
              </a:rPr>
              <a:t>To determine the effect of simultaneous arrival of several high-priority interrupts.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F7477E9-2548-C449-7B2C-82824C196AC6}"/>
              </a:ext>
            </a:extLst>
          </p:cNvPr>
          <p:cNvSpPr>
            <a:spLocks noGrp="1" noChangeArrowheads="1"/>
          </p:cNvSpPr>
          <p:nvPr>
            <p:ph type="title"/>
          </p:nvPr>
        </p:nvSpPr>
        <p:spPr>
          <a:xfrm>
            <a:off x="563563" y="0"/>
            <a:ext cx="7769225" cy="854075"/>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Stress Testing</a:t>
            </a:r>
          </a:p>
        </p:txBody>
      </p:sp>
      <p:sp>
        <p:nvSpPr>
          <p:cNvPr id="63491" name="Rectangle 3">
            <a:extLst>
              <a:ext uri="{FF2B5EF4-FFF2-40B4-BE49-F238E27FC236}">
                <a16:creationId xmlns:a16="http://schemas.microsoft.com/office/drawing/2014/main" id="{C73F96CA-1FD9-3B52-9C07-D6042CE2C444}"/>
              </a:ext>
            </a:extLst>
          </p:cNvPr>
          <p:cNvSpPr>
            <a:spLocks noGrp="1" noChangeArrowheads="1"/>
          </p:cNvSpPr>
          <p:nvPr>
            <p:ph idx="1"/>
          </p:nvPr>
        </p:nvSpPr>
        <p:spPr>
          <a:xfrm>
            <a:off x="990600" y="809625"/>
            <a:ext cx="8077200" cy="4048125"/>
          </a:xfrm>
        </p:spPr>
        <p:txBody>
          <a:bodyPr lIns="16069" tIns="41781" rIns="16069" bIns="41781">
            <a:normAutofit fontScale="92500"/>
          </a:bodyPr>
          <a:lstStyle/>
          <a:p>
            <a:pPr marL="277715" indent="-277715" algn="just" defTabSz="740573" eaLnBrk="1" fontAlgn="auto" hangingPunct="1">
              <a:lnSpc>
                <a:spcPct val="125000"/>
              </a:lnSpc>
              <a:spcBef>
                <a:spcPts val="800"/>
              </a:spcBef>
              <a:spcAft>
                <a:spcPts val="0"/>
              </a:spcAft>
              <a:buFont typeface="Wingdings 2"/>
              <a:buChar char=""/>
              <a:defRPr/>
            </a:pPr>
            <a:r>
              <a:rPr lang="en-GB" altLang="en-US" sz="3000" dirty="0"/>
              <a:t>Stress testing usually involves an element of time or size, </a:t>
            </a:r>
          </a:p>
          <a:p>
            <a:pPr marL="601715" lvl="1" indent="-212246" algn="just" defTabSz="740573" eaLnBrk="1" fontAlgn="auto" hangingPunct="1">
              <a:lnSpc>
                <a:spcPct val="125000"/>
              </a:lnSpc>
              <a:spcBef>
                <a:spcPts val="577"/>
              </a:spcBef>
              <a:spcAft>
                <a:spcPts val="0"/>
              </a:spcAft>
              <a:buFont typeface="Verdana"/>
              <a:buChar char="◦"/>
              <a:defRPr/>
            </a:pPr>
            <a:r>
              <a:rPr lang="en-GB" altLang="en-US" sz="2600" dirty="0"/>
              <a:t>Such as the number of records transferred per unit time, </a:t>
            </a:r>
          </a:p>
          <a:p>
            <a:pPr marL="601715" lvl="1" indent="-212246" algn="just" defTabSz="740573" eaLnBrk="1" fontAlgn="auto" hangingPunct="1">
              <a:lnSpc>
                <a:spcPct val="125000"/>
              </a:lnSpc>
              <a:spcBef>
                <a:spcPts val="577"/>
              </a:spcBef>
              <a:spcAft>
                <a:spcPts val="0"/>
              </a:spcAft>
              <a:buFont typeface="Verdana"/>
              <a:buChar char="◦"/>
              <a:defRPr/>
            </a:pPr>
            <a:r>
              <a:rPr lang="en-GB" altLang="en-US" sz="2600" dirty="0"/>
              <a:t>The maximum number of users active at any time, input data size, etc.</a:t>
            </a:r>
          </a:p>
          <a:p>
            <a:pPr marL="277715" indent="-277715" algn="just" defTabSz="740573" eaLnBrk="1" fontAlgn="auto" hangingPunct="1">
              <a:lnSpc>
                <a:spcPct val="125000"/>
              </a:lnSpc>
              <a:spcBef>
                <a:spcPts val="800"/>
              </a:spcBef>
              <a:spcAft>
                <a:spcPts val="0"/>
              </a:spcAft>
              <a:buFont typeface="Wingdings 2"/>
              <a:buChar char=""/>
              <a:defRPr/>
            </a:pPr>
            <a:r>
              <a:rPr lang="en-GB" altLang="en-US" sz="3000" dirty="0"/>
              <a:t>Therefore stress testing may not be applicable to many types of systems.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9D71AEB-C691-4AE2-4FC3-D1B6784B5481}"/>
              </a:ext>
            </a:extLst>
          </p:cNvPr>
          <p:cNvSpPr>
            <a:spLocks noGrp="1" noChangeArrowheads="1"/>
          </p:cNvSpPr>
          <p:nvPr>
            <p:ph type="title"/>
          </p:nvPr>
        </p:nvSpPr>
        <p:spPr>
          <a:xfrm>
            <a:off x="425450" y="0"/>
            <a:ext cx="7769225" cy="854075"/>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Volume Testing</a:t>
            </a:r>
          </a:p>
        </p:txBody>
      </p:sp>
      <p:sp>
        <p:nvSpPr>
          <p:cNvPr id="38915" name="Rectangle 3">
            <a:extLst>
              <a:ext uri="{FF2B5EF4-FFF2-40B4-BE49-F238E27FC236}">
                <a16:creationId xmlns:a16="http://schemas.microsoft.com/office/drawing/2014/main" id="{9F008E9B-A347-102A-2620-67192E7E623F}"/>
              </a:ext>
            </a:extLst>
          </p:cNvPr>
          <p:cNvSpPr>
            <a:spLocks noGrp="1" noChangeArrowheads="1"/>
          </p:cNvSpPr>
          <p:nvPr>
            <p:ph idx="1"/>
          </p:nvPr>
        </p:nvSpPr>
        <p:spPr>
          <a:xfrm>
            <a:off x="990600" y="809625"/>
            <a:ext cx="8005763" cy="4048125"/>
          </a:xfrm>
        </p:spPr>
        <p:txBody>
          <a:bodyPr lIns="16069" tIns="41781" rIns="16069" bIns="41781"/>
          <a:lstStyle/>
          <a:p>
            <a:pPr marL="276225" indent="-276225" algn="just" defTabSz="739775" eaLnBrk="1" hangingPunct="1">
              <a:lnSpc>
                <a:spcPct val="125000"/>
              </a:lnSpc>
              <a:spcBef>
                <a:spcPts val="800"/>
              </a:spcBef>
            </a:pPr>
            <a:r>
              <a:rPr lang="en-GB" altLang="en-US"/>
              <a:t>Addresses handling large amounts of data in the system:</a:t>
            </a:r>
          </a:p>
          <a:p>
            <a:pPr marL="601663" lvl="1" algn="just" defTabSz="739775" eaLnBrk="1" hangingPunct="1">
              <a:lnSpc>
                <a:spcPct val="125000"/>
              </a:lnSpc>
              <a:spcBef>
                <a:spcPts val="575"/>
              </a:spcBef>
            </a:pPr>
            <a:r>
              <a:rPr lang="en-GB" altLang="en-US"/>
              <a:t>Whether data structures (e.g. queues, stacks, arrays, etc.) are large enough to handle all possible situations.</a:t>
            </a:r>
          </a:p>
          <a:p>
            <a:pPr marL="601663" lvl="1" algn="just" defTabSz="739775" eaLnBrk="1" hangingPunct="1">
              <a:lnSpc>
                <a:spcPct val="125000"/>
              </a:lnSpc>
              <a:spcBef>
                <a:spcPts val="575"/>
              </a:spcBef>
            </a:pPr>
            <a:r>
              <a:rPr lang="en-GB" altLang="en-US"/>
              <a:t>Fields, records, and files are stressed to check if their size can accommodate all possible data volumes.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D878214-7311-423E-1918-BED1DE36BC01}"/>
              </a:ext>
            </a:extLst>
          </p:cNvPr>
          <p:cNvSpPr>
            <a:spLocks noGrp="1" noChangeArrowheads="1"/>
          </p:cNvSpPr>
          <p:nvPr>
            <p:ph type="title"/>
          </p:nvPr>
        </p:nvSpPr>
        <p:spPr>
          <a:xfrm>
            <a:off x="493713" y="0"/>
            <a:ext cx="7770812" cy="854075"/>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Configuration Testing</a:t>
            </a:r>
          </a:p>
        </p:txBody>
      </p:sp>
      <p:sp>
        <p:nvSpPr>
          <p:cNvPr id="39939" name="Rectangle 3">
            <a:extLst>
              <a:ext uri="{FF2B5EF4-FFF2-40B4-BE49-F238E27FC236}">
                <a16:creationId xmlns:a16="http://schemas.microsoft.com/office/drawing/2014/main" id="{1A8096F7-6FE1-7374-9D11-E4775E3D3319}"/>
              </a:ext>
            </a:extLst>
          </p:cNvPr>
          <p:cNvSpPr>
            <a:spLocks noGrp="1" noChangeArrowheads="1"/>
          </p:cNvSpPr>
          <p:nvPr>
            <p:ph idx="1"/>
          </p:nvPr>
        </p:nvSpPr>
        <p:spPr>
          <a:xfrm>
            <a:off x="990600" y="912813"/>
            <a:ext cx="8077200" cy="4021137"/>
          </a:xfrm>
        </p:spPr>
        <p:txBody>
          <a:bodyPr lIns="16069" tIns="41781" rIns="16069" bIns="41781"/>
          <a:lstStyle/>
          <a:p>
            <a:pPr marL="276225" indent="-276225" algn="just" defTabSz="739775" eaLnBrk="1" hangingPunct="1">
              <a:lnSpc>
                <a:spcPct val="125000"/>
              </a:lnSpc>
              <a:spcBef>
                <a:spcPts val="800"/>
              </a:spcBef>
            </a:pPr>
            <a:r>
              <a:rPr lang="en-GB" altLang="en-US"/>
              <a:t>Analyze system behavior:</a:t>
            </a:r>
          </a:p>
          <a:p>
            <a:pPr marL="601663" lvl="1" algn="just" defTabSz="739775" eaLnBrk="1" hangingPunct="1">
              <a:lnSpc>
                <a:spcPct val="125000"/>
              </a:lnSpc>
              <a:spcBef>
                <a:spcPts val="575"/>
              </a:spcBef>
            </a:pPr>
            <a:r>
              <a:rPr lang="en-GB" altLang="en-US"/>
              <a:t>in various hardware and software configurations specified in the requirements</a:t>
            </a:r>
          </a:p>
          <a:p>
            <a:pPr marL="601663" lvl="1" algn="just" defTabSz="739775" eaLnBrk="1" hangingPunct="1">
              <a:lnSpc>
                <a:spcPct val="125000"/>
              </a:lnSpc>
              <a:spcBef>
                <a:spcPts val="575"/>
              </a:spcBef>
            </a:pPr>
            <a:r>
              <a:rPr lang="en-GB" altLang="en-US"/>
              <a:t>sometimes systems are built in various configurations for different users</a:t>
            </a:r>
          </a:p>
          <a:p>
            <a:pPr marL="601663" lvl="1" algn="just" defTabSz="739775" eaLnBrk="1" hangingPunct="1">
              <a:lnSpc>
                <a:spcPct val="125000"/>
              </a:lnSpc>
              <a:spcBef>
                <a:spcPts val="575"/>
              </a:spcBef>
            </a:pPr>
            <a:r>
              <a:rPr lang="en-GB" altLang="en-US"/>
              <a:t>for instance, a minimal system may serve a single user, </a:t>
            </a:r>
          </a:p>
          <a:p>
            <a:pPr lvl="2" defTabSz="739775" eaLnBrk="1" hangingPunct="1"/>
            <a:r>
              <a:rPr lang="en-GB" altLang="en-US"/>
              <a:t>other configurations for additional users.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F989B59-B865-594F-9FE1-67687319A884}"/>
              </a:ext>
            </a:extLst>
          </p:cNvPr>
          <p:cNvSpPr>
            <a:spLocks noGrp="1" noChangeArrowheads="1"/>
          </p:cNvSpPr>
          <p:nvPr>
            <p:ph type="title"/>
          </p:nvPr>
        </p:nvSpPr>
        <p:spPr>
          <a:xfrm>
            <a:off x="406400" y="136525"/>
            <a:ext cx="7769225" cy="855663"/>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Compatibility Testing</a:t>
            </a:r>
          </a:p>
        </p:txBody>
      </p:sp>
      <p:sp>
        <p:nvSpPr>
          <p:cNvPr id="40963" name="Rectangle 3">
            <a:extLst>
              <a:ext uri="{FF2B5EF4-FFF2-40B4-BE49-F238E27FC236}">
                <a16:creationId xmlns:a16="http://schemas.microsoft.com/office/drawing/2014/main" id="{EF6FA0DF-C1B2-2463-4B4F-5B98D1950F6E}"/>
              </a:ext>
            </a:extLst>
          </p:cNvPr>
          <p:cNvSpPr>
            <a:spLocks noGrp="1" noChangeArrowheads="1"/>
          </p:cNvSpPr>
          <p:nvPr>
            <p:ph idx="1"/>
          </p:nvPr>
        </p:nvSpPr>
        <p:spPr>
          <a:xfrm>
            <a:off x="1066800" y="1120775"/>
            <a:ext cx="8001000" cy="3421063"/>
          </a:xfrm>
        </p:spPr>
        <p:txBody>
          <a:bodyPr lIns="16069" tIns="41781" rIns="16069" bIns="41781"/>
          <a:lstStyle/>
          <a:p>
            <a:pPr marL="276225" indent="-276225" algn="just" defTabSz="739775" eaLnBrk="1" hangingPunct="1">
              <a:lnSpc>
                <a:spcPct val="125000"/>
              </a:lnSpc>
              <a:spcBef>
                <a:spcPts val="800"/>
              </a:spcBef>
            </a:pPr>
            <a:r>
              <a:rPr lang="en-GB" altLang="en-US"/>
              <a:t>These tests are needed when the system interfaces with other systems:</a:t>
            </a:r>
          </a:p>
          <a:p>
            <a:pPr marL="601663" lvl="1" algn="just" defTabSz="739775" eaLnBrk="1" hangingPunct="1">
              <a:lnSpc>
                <a:spcPct val="125000"/>
              </a:lnSpc>
              <a:spcBef>
                <a:spcPts val="575"/>
              </a:spcBef>
            </a:pPr>
            <a:r>
              <a:rPr lang="en-GB" altLang="en-US"/>
              <a:t>Check whether the interface functions as required.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2445EF09-AC0A-D583-194E-3EF8D92DC85D}"/>
              </a:ext>
            </a:extLst>
          </p:cNvPr>
          <p:cNvSpPr>
            <a:spLocks noGrp="1" noChangeArrowheads="1"/>
          </p:cNvSpPr>
          <p:nvPr>
            <p:ph type="title"/>
          </p:nvPr>
        </p:nvSpPr>
        <p:spPr>
          <a:xfrm>
            <a:off x="425450" y="0"/>
            <a:ext cx="8566150" cy="1055688"/>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Compatibility testing Example</a:t>
            </a:r>
          </a:p>
        </p:txBody>
      </p:sp>
      <p:sp>
        <p:nvSpPr>
          <p:cNvPr id="41987" name="Rectangle 3">
            <a:extLst>
              <a:ext uri="{FF2B5EF4-FFF2-40B4-BE49-F238E27FC236}">
                <a16:creationId xmlns:a16="http://schemas.microsoft.com/office/drawing/2014/main" id="{7675E123-3B1C-70D7-C6BB-B8F611427B72}"/>
              </a:ext>
            </a:extLst>
          </p:cNvPr>
          <p:cNvSpPr>
            <a:spLocks noGrp="1" noChangeArrowheads="1"/>
          </p:cNvSpPr>
          <p:nvPr>
            <p:ph idx="1"/>
          </p:nvPr>
        </p:nvSpPr>
        <p:spPr>
          <a:xfrm>
            <a:off x="990600" y="1171575"/>
            <a:ext cx="8077200" cy="3433763"/>
          </a:xfrm>
        </p:spPr>
        <p:txBody>
          <a:bodyPr lIns="16069" tIns="41781" rIns="16069" bIns="41781"/>
          <a:lstStyle/>
          <a:p>
            <a:pPr marL="276225" indent="-276225" algn="just" defTabSz="739775" eaLnBrk="1" hangingPunct="1">
              <a:lnSpc>
                <a:spcPct val="125000"/>
              </a:lnSpc>
              <a:spcBef>
                <a:spcPts val="800"/>
              </a:spcBef>
            </a:pPr>
            <a:r>
              <a:rPr lang="en-GB" altLang="en-US"/>
              <a:t>If a system is to communicate with a large database system to retrieve information:</a:t>
            </a:r>
          </a:p>
          <a:p>
            <a:pPr marL="601663" lvl="1" algn="just" defTabSz="739775" eaLnBrk="1" hangingPunct="1">
              <a:lnSpc>
                <a:spcPct val="125000"/>
              </a:lnSpc>
              <a:spcBef>
                <a:spcPts val="575"/>
              </a:spcBef>
            </a:pPr>
            <a:r>
              <a:rPr lang="en-GB" altLang="en-US"/>
              <a:t>A compatibility test examines speed and accuracy of retrieval.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2D6B780-2688-38E9-092D-A161630B4086}"/>
              </a:ext>
            </a:extLst>
          </p:cNvPr>
          <p:cNvSpPr>
            <a:spLocks noGrp="1" noChangeArrowheads="1"/>
          </p:cNvSpPr>
          <p:nvPr>
            <p:ph type="title"/>
          </p:nvPr>
        </p:nvSpPr>
        <p:spPr>
          <a:xfrm>
            <a:off x="406400" y="136525"/>
            <a:ext cx="7769225" cy="855663"/>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Recovery Testing</a:t>
            </a:r>
          </a:p>
        </p:txBody>
      </p:sp>
      <p:sp>
        <p:nvSpPr>
          <p:cNvPr id="43011" name="Rectangle 3">
            <a:extLst>
              <a:ext uri="{FF2B5EF4-FFF2-40B4-BE49-F238E27FC236}">
                <a16:creationId xmlns:a16="http://schemas.microsoft.com/office/drawing/2014/main" id="{1B83F9B6-D3AC-2C6A-3288-72AC1A177761}"/>
              </a:ext>
            </a:extLst>
          </p:cNvPr>
          <p:cNvSpPr>
            <a:spLocks noGrp="1" noChangeArrowheads="1"/>
          </p:cNvSpPr>
          <p:nvPr>
            <p:ph idx="1"/>
          </p:nvPr>
        </p:nvSpPr>
        <p:spPr>
          <a:xfrm>
            <a:off x="990600" y="1016000"/>
            <a:ext cx="8077200" cy="3382963"/>
          </a:xfrm>
        </p:spPr>
        <p:txBody>
          <a:bodyPr lIns="16069" tIns="41781" rIns="16069" bIns="41781"/>
          <a:lstStyle/>
          <a:p>
            <a:pPr marL="276225" indent="-276225" algn="just" defTabSz="739775" eaLnBrk="1" hangingPunct="1">
              <a:lnSpc>
                <a:spcPct val="125000"/>
              </a:lnSpc>
              <a:spcBef>
                <a:spcPts val="800"/>
              </a:spcBef>
            </a:pPr>
            <a:r>
              <a:rPr lang="en-GB" altLang="en-US"/>
              <a:t>These tests check response to:</a:t>
            </a:r>
          </a:p>
          <a:p>
            <a:pPr marL="601663" lvl="1" algn="just" defTabSz="739775" eaLnBrk="1" hangingPunct="1">
              <a:lnSpc>
                <a:spcPct val="125000"/>
              </a:lnSpc>
              <a:spcBef>
                <a:spcPts val="575"/>
              </a:spcBef>
            </a:pPr>
            <a:r>
              <a:rPr lang="en-GB" altLang="en-US"/>
              <a:t>Presence of faults or to the loss of data, power, devices, or services</a:t>
            </a:r>
          </a:p>
          <a:p>
            <a:pPr marL="601663" lvl="1" algn="just" defTabSz="739775" eaLnBrk="1" hangingPunct="1">
              <a:lnSpc>
                <a:spcPct val="125000"/>
              </a:lnSpc>
              <a:spcBef>
                <a:spcPts val="575"/>
              </a:spcBef>
            </a:pPr>
            <a:r>
              <a:rPr lang="en-GB" altLang="en-US"/>
              <a:t>Subject system to loss of resources</a:t>
            </a:r>
          </a:p>
          <a:p>
            <a:pPr lvl="2" defTabSz="739775" eaLnBrk="1" hangingPunct="1"/>
            <a:r>
              <a:rPr lang="en-GB" altLang="en-US"/>
              <a:t>Check if the system recovers properly.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D6330C3-FA26-0506-D4F7-7569193C7728}"/>
              </a:ext>
            </a:extLst>
          </p:cNvPr>
          <p:cNvSpPr>
            <a:spLocks noGrp="1" noChangeArrowheads="1"/>
          </p:cNvSpPr>
          <p:nvPr>
            <p:ph type="title"/>
          </p:nvPr>
        </p:nvSpPr>
        <p:spPr>
          <a:xfrm>
            <a:off x="425450" y="0"/>
            <a:ext cx="7769225" cy="854075"/>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Maintenance Testing</a:t>
            </a:r>
          </a:p>
        </p:txBody>
      </p:sp>
      <p:sp>
        <p:nvSpPr>
          <p:cNvPr id="44035" name="Rectangle 3">
            <a:extLst>
              <a:ext uri="{FF2B5EF4-FFF2-40B4-BE49-F238E27FC236}">
                <a16:creationId xmlns:a16="http://schemas.microsoft.com/office/drawing/2014/main" id="{AC2B7EB3-55EF-7E64-9099-45D9F2747FCC}"/>
              </a:ext>
            </a:extLst>
          </p:cNvPr>
          <p:cNvSpPr>
            <a:spLocks noGrp="1" noChangeArrowheads="1"/>
          </p:cNvSpPr>
          <p:nvPr>
            <p:ph idx="1"/>
          </p:nvPr>
        </p:nvSpPr>
        <p:spPr>
          <a:xfrm>
            <a:off x="1066800" y="809625"/>
            <a:ext cx="8001000" cy="3476625"/>
          </a:xfrm>
        </p:spPr>
        <p:txBody>
          <a:bodyPr lIns="16069" tIns="41781" rIns="16069" bIns="41781"/>
          <a:lstStyle/>
          <a:p>
            <a:pPr marL="276225" indent="-276225" algn="just" defTabSz="739775" eaLnBrk="1" hangingPunct="1">
              <a:lnSpc>
                <a:spcPct val="125000"/>
              </a:lnSpc>
              <a:spcBef>
                <a:spcPts val="800"/>
              </a:spcBef>
            </a:pPr>
            <a:r>
              <a:rPr lang="en-GB" altLang="en-US"/>
              <a:t>Diagnostic tools and procedures:</a:t>
            </a:r>
          </a:p>
          <a:p>
            <a:pPr marL="601663" lvl="1" algn="just" defTabSz="739775" eaLnBrk="1" hangingPunct="1">
              <a:lnSpc>
                <a:spcPct val="125000"/>
              </a:lnSpc>
              <a:spcBef>
                <a:spcPts val="575"/>
              </a:spcBef>
            </a:pPr>
            <a:r>
              <a:rPr lang="en-GB" altLang="en-US"/>
              <a:t>help find source of problems.</a:t>
            </a:r>
          </a:p>
          <a:p>
            <a:pPr marL="601663" lvl="1" algn="just" defTabSz="739775" eaLnBrk="1" hangingPunct="1">
              <a:lnSpc>
                <a:spcPct val="125000"/>
              </a:lnSpc>
              <a:spcBef>
                <a:spcPts val="575"/>
              </a:spcBef>
            </a:pPr>
            <a:r>
              <a:rPr lang="en-GB" altLang="en-US"/>
              <a:t>It may be required to supply</a:t>
            </a:r>
          </a:p>
          <a:p>
            <a:pPr lvl="2" defTabSz="739775" eaLnBrk="1" hangingPunct="1"/>
            <a:r>
              <a:rPr lang="en-GB" altLang="en-US"/>
              <a:t>memory maps</a:t>
            </a:r>
          </a:p>
          <a:p>
            <a:pPr lvl="2" defTabSz="739775" eaLnBrk="1" hangingPunct="1"/>
            <a:r>
              <a:rPr lang="en-GB" altLang="en-US"/>
              <a:t>diagnostic programs</a:t>
            </a:r>
          </a:p>
          <a:p>
            <a:pPr lvl="2" defTabSz="739775" eaLnBrk="1" hangingPunct="1"/>
            <a:r>
              <a:rPr lang="en-GB" altLang="en-US"/>
              <a:t>traces of transactions, </a:t>
            </a:r>
          </a:p>
          <a:p>
            <a:pPr lvl="2" defTabSz="739775" eaLnBrk="1" hangingPunct="1"/>
            <a:r>
              <a:rPr lang="en-GB" altLang="en-US"/>
              <a:t>circuit diagrams, etc.</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ABD6AAF2-05EF-1FC5-2949-4C07B583E161}"/>
              </a:ext>
            </a:extLst>
          </p:cNvPr>
          <p:cNvSpPr>
            <a:spLocks noGrp="1" noChangeArrowheads="1"/>
          </p:cNvSpPr>
          <p:nvPr>
            <p:ph type="title"/>
          </p:nvPr>
        </p:nvSpPr>
        <p:spPr>
          <a:xfrm>
            <a:off x="406400" y="136525"/>
            <a:ext cx="7769225" cy="855663"/>
          </a:xfrm>
        </p:spPr>
        <p:txBody>
          <a:bodyPr lIns="16069" tIns="41781" rIns="16069" bIns="41781"/>
          <a:lstStyle/>
          <a:p>
            <a:pPr algn="ctr" defTabSz="740573" eaLnBrk="1" fontAlgn="auto" hangingPunct="1">
              <a:spcBef>
                <a:spcPts val="982"/>
              </a:spcBef>
              <a:spcAft>
                <a:spcPts val="0"/>
              </a:spcAft>
              <a:defRPr/>
            </a:pPr>
            <a:r>
              <a:rPr lang="en-GB" altLang="en-US">
                <a:solidFill>
                  <a:schemeClr val="tx2">
                    <a:satMod val="130000"/>
                  </a:schemeClr>
                </a:solidFill>
              </a:rPr>
              <a:t>Maintenance Testing</a:t>
            </a:r>
          </a:p>
        </p:txBody>
      </p:sp>
      <p:sp>
        <p:nvSpPr>
          <p:cNvPr id="45059" name="Rectangle 3">
            <a:extLst>
              <a:ext uri="{FF2B5EF4-FFF2-40B4-BE49-F238E27FC236}">
                <a16:creationId xmlns:a16="http://schemas.microsoft.com/office/drawing/2014/main" id="{19EB9AC7-DA38-ECFF-C4A1-184E4ADC497E}"/>
              </a:ext>
            </a:extLst>
          </p:cNvPr>
          <p:cNvSpPr>
            <a:spLocks noGrp="1" noChangeArrowheads="1"/>
          </p:cNvSpPr>
          <p:nvPr>
            <p:ph idx="1"/>
          </p:nvPr>
        </p:nvSpPr>
        <p:spPr/>
        <p:txBody>
          <a:bodyPr lIns="16069" tIns="41781" rIns="16069" bIns="41781"/>
          <a:lstStyle/>
          <a:p>
            <a:pPr marL="276225" indent="-276225" algn="just" defTabSz="739775" eaLnBrk="1" hangingPunct="1">
              <a:lnSpc>
                <a:spcPct val="125000"/>
              </a:lnSpc>
              <a:spcBef>
                <a:spcPts val="800"/>
              </a:spcBef>
            </a:pPr>
            <a:r>
              <a:rPr lang="en-GB" altLang="en-US"/>
              <a:t>Verify that: </a:t>
            </a:r>
          </a:p>
          <a:p>
            <a:pPr marL="601663" lvl="1" algn="just" defTabSz="739775" eaLnBrk="1" hangingPunct="1">
              <a:lnSpc>
                <a:spcPct val="125000"/>
              </a:lnSpc>
              <a:spcBef>
                <a:spcPts val="575"/>
              </a:spcBef>
            </a:pPr>
            <a:r>
              <a:rPr lang="en-GB" altLang="en-US"/>
              <a:t>all required artifacts for maintenance exist</a:t>
            </a:r>
          </a:p>
          <a:p>
            <a:pPr marL="601663" lvl="1" algn="just" defTabSz="739775" eaLnBrk="1" hangingPunct="1">
              <a:lnSpc>
                <a:spcPct val="125000"/>
              </a:lnSpc>
              <a:spcBef>
                <a:spcPts val="575"/>
              </a:spcBef>
            </a:pPr>
            <a:r>
              <a:rPr lang="en-GB" altLang="en-US"/>
              <a:t>they function properly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128971AD-9E11-31CE-1521-1FB9935947AD}"/>
              </a:ext>
            </a:extLst>
          </p:cNvPr>
          <p:cNvSpPr>
            <a:spLocks noGrp="1" noChangeArrowheads="1"/>
          </p:cNvSpPr>
          <p:nvPr>
            <p:ph type="title"/>
          </p:nvPr>
        </p:nvSpPr>
        <p:spPr>
          <a:xfrm>
            <a:off x="406400" y="136525"/>
            <a:ext cx="7769225" cy="855663"/>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Documentation tests</a:t>
            </a:r>
          </a:p>
        </p:txBody>
      </p:sp>
      <p:sp>
        <p:nvSpPr>
          <p:cNvPr id="46083" name="Rectangle 3">
            <a:extLst>
              <a:ext uri="{FF2B5EF4-FFF2-40B4-BE49-F238E27FC236}">
                <a16:creationId xmlns:a16="http://schemas.microsoft.com/office/drawing/2014/main" id="{6E887A7C-C194-60ED-224B-A7C4C74C75AA}"/>
              </a:ext>
            </a:extLst>
          </p:cNvPr>
          <p:cNvSpPr>
            <a:spLocks noGrp="1" noChangeArrowheads="1"/>
          </p:cNvSpPr>
          <p:nvPr>
            <p:ph idx="1"/>
          </p:nvPr>
        </p:nvSpPr>
        <p:spPr>
          <a:xfrm>
            <a:off x="990600" y="1223963"/>
            <a:ext cx="8001000" cy="3232150"/>
          </a:xfrm>
        </p:spPr>
        <p:txBody>
          <a:bodyPr lIns="16069" tIns="41781" rIns="16069" bIns="41781"/>
          <a:lstStyle/>
          <a:p>
            <a:pPr marL="276225" indent="-276225" algn="just" defTabSz="739775" eaLnBrk="1" hangingPunct="1">
              <a:lnSpc>
                <a:spcPct val="125000"/>
              </a:lnSpc>
              <a:spcBef>
                <a:spcPts val="800"/>
              </a:spcBef>
            </a:pPr>
            <a:r>
              <a:rPr lang="en-GB" altLang="en-US"/>
              <a:t>Check that required documents exist and are consistent:</a:t>
            </a:r>
          </a:p>
          <a:p>
            <a:pPr marL="601663" lvl="1" algn="just" defTabSz="739775" eaLnBrk="1" hangingPunct="1">
              <a:lnSpc>
                <a:spcPct val="125000"/>
              </a:lnSpc>
              <a:spcBef>
                <a:spcPts val="575"/>
              </a:spcBef>
            </a:pPr>
            <a:r>
              <a:rPr lang="en-GB" altLang="en-US"/>
              <a:t>user guides, </a:t>
            </a:r>
          </a:p>
          <a:p>
            <a:pPr marL="601663" lvl="1" algn="just" defTabSz="739775" eaLnBrk="1" hangingPunct="1">
              <a:lnSpc>
                <a:spcPct val="125000"/>
              </a:lnSpc>
              <a:spcBef>
                <a:spcPts val="575"/>
              </a:spcBef>
            </a:pPr>
            <a:r>
              <a:rPr lang="en-GB" altLang="en-US"/>
              <a:t>maintenance guides, </a:t>
            </a:r>
          </a:p>
          <a:p>
            <a:pPr marL="601663" lvl="1" algn="just" defTabSz="739775" eaLnBrk="1" hangingPunct="1">
              <a:lnSpc>
                <a:spcPct val="125000"/>
              </a:lnSpc>
              <a:spcBef>
                <a:spcPts val="575"/>
              </a:spcBef>
            </a:pPr>
            <a:r>
              <a:rPr lang="en-GB" altLang="en-US"/>
              <a:t>technical documents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EADA4097-5CB6-AABB-C8D3-A00BBC3542B7}"/>
              </a:ext>
            </a:extLst>
          </p:cNvPr>
          <p:cNvSpPr>
            <a:spLocks noGrp="1" noChangeArrowheads="1"/>
          </p:cNvSpPr>
          <p:nvPr>
            <p:ph type="title"/>
          </p:nvPr>
        </p:nvSpPr>
        <p:spPr>
          <a:xfrm>
            <a:off x="406400" y="136525"/>
            <a:ext cx="7769225" cy="855663"/>
          </a:xfrm>
        </p:spPr>
        <p:txBody>
          <a:bodyPr lIns="16069" tIns="41781" rIns="16069" bIns="41781"/>
          <a:lstStyle/>
          <a:p>
            <a:pPr algn="ctr" defTabSz="740573" eaLnBrk="1" fontAlgn="auto" hangingPunct="1">
              <a:spcBef>
                <a:spcPts val="982"/>
              </a:spcBef>
              <a:spcAft>
                <a:spcPts val="0"/>
              </a:spcAft>
              <a:defRPr/>
            </a:pPr>
            <a:r>
              <a:rPr lang="en-GB" altLang="en-US" dirty="0">
                <a:solidFill>
                  <a:schemeClr val="tx2">
                    <a:satMod val="130000"/>
                  </a:schemeClr>
                </a:solidFill>
              </a:rPr>
              <a:t>Documentation tests</a:t>
            </a:r>
          </a:p>
        </p:txBody>
      </p:sp>
      <p:sp>
        <p:nvSpPr>
          <p:cNvPr id="47107" name="Rectangle 3">
            <a:extLst>
              <a:ext uri="{FF2B5EF4-FFF2-40B4-BE49-F238E27FC236}">
                <a16:creationId xmlns:a16="http://schemas.microsoft.com/office/drawing/2014/main" id="{D45927E8-92D2-EBB6-D72F-4F679016C9F3}"/>
              </a:ext>
            </a:extLst>
          </p:cNvPr>
          <p:cNvSpPr>
            <a:spLocks noGrp="1" noChangeArrowheads="1"/>
          </p:cNvSpPr>
          <p:nvPr>
            <p:ph idx="1"/>
          </p:nvPr>
        </p:nvSpPr>
        <p:spPr>
          <a:xfrm>
            <a:off x="990600" y="1223963"/>
            <a:ext cx="8001000" cy="3317875"/>
          </a:xfrm>
        </p:spPr>
        <p:txBody>
          <a:bodyPr lIns="16069" tIns="41781" rIns="16069" bIns="41781"/>
          <a:lstStyle/>
          <a:p>
            <a:pPr marL="276225" indent="-276225" algn="just" defTabSz="739775" eaLnBrk="1" hangingPunct="1">
              <a:lnSpc>
                <a:spcPct val="125000"/>
              </a:lnSpc>
              <a:spcBef>
                <a:spcPts val="800"/>
              </a:spcBef>
            </a:pPr>
            <a:r>
              <a:rPr lang="en-GB" altLang="en-US"/>
              <a:t>Sometimes requirements specify:</a:t>
            </a:r>
          </a:p>
          <a:p>
            <a:pPr marL="601663" lvl="1" algn="just" defTabSz="739775" eaLnBrk="1" hangingPunct="1">
              <a:lnSpc>
                <a:spcPct val="125000"/>
              </a:lnSpc>
              <a:spcBef>
                <a:spcPts val="575"/>
              </a:spcBef>
            </a:pPr>
            <a:r>
              <a:rPr lang="en-GB" altLang="en-US"/>
              <a:t>Format and audience of specific documents</a:t>
            </a:r>
          </a:p>
          <a:p>
            <a:pPr marL="601663" lvl="1" algn="just" defTabSz="739775" eaLnBrk="1" hangingPunct="1">
              <a:lnSpc>
                <a:spcPct val="125000"/>
              </a:lnSpc>
              <a:spcBef>
                <a:spcPts val="575"/>
              </a:spcBef>
            </a:pPr>
            <a:r>
              <a:rPr lang="en-GB" altLang="en-US"/>
              <a:t>Documents are evaluated for compliance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7" name="Rectangle 1">
            <a:extLst>
              <a:ext uri="{FF2B5EF4-FFF2-40B4-BE49-F238E27FC236}">
                <a16:creationId xmlns:a16="http://schemas.microsoft.com/office/drawing/2014/main" id="{06CE3271-77FF-35E0-2861-B1F45F8D8A24}"/>
              </a:ext>
            </a:extLst>
          </p:cNvPr>
          <p:cNvSpPr>
            <a:spLocks noGrp="1" noChangeArrowheads="1"/>
          </p:cNvSpPr>
          <p:nvPr>
            <p:ph type="title"/>
          </p:nvPr>
        </p:nvSpPr>
        <p:spPr>
          <a:xfrm>
            <a:off x="1143000" y="171450"/>
            <a:ext cx="7770813" cy="869950"/>
          </a:xfrm>
        </p:spPr>
        <p:txBody>
          <a:bodyPr lIns="18000" tIns="46800" rIns="18000" bIns="46800"/>
          <a:lstStyle/>
          <a:p>
            <a:pPr algn="ctr">
              <a:spcBef>
                <a:spcPts val="1625"/>
              </a:spcBef>
              <a:defRPr/>
            </a:pPr>
            <a:r>
              <a:rPr lang="en-GB" altLang="en-US" sz="3200" dirty="0"/>
              <a:t>Summary</a:t>
            </a:r>
          </a:p>
        </p:txBody>
      </p:sp>
      <p:sp>
        <p:nvSpPr>
          <p:cNvPr id="48131" name="Rectangle 2">
            <a:extLst>
              <a:ext uri="{FF2B5EF4-FFF2-40B4-BE49-F238E27FC236}">
                <a16:creationId xmlns:a16="http://schemas.microsoft.com/office/drawing/2014/main" id="{D4ABE8C3-ED0E-899D-8F15-FD4FD3092681}"/>
              </a:ext>
            </a:extLst>
          </p:cNvPr>
          <p:cNvSpPr>
            <a:spLocks noGrp="1" noChangeArrowheads="1"/>
          </p:cNvSpPr>
          <p:nvPr>
            <p:ph idx="1"/>
          </p:nvPr>
        </p:nvSpPr>
        <p:spPr>
          <a:xfrm>
            <a:off x="685800" y="895350"/>
            <a:ext cx="8305800" cy="4038600"/>
          </a:xfrm>
        </p:spPr>
        <p:txBody>
          <a:bodyPr lIns="18000" tIns="46800" rIns="18000" bIns="46800"/>
          <a:lstStyle/>
          <a:p>
            <a:pPr>
              <a:spcBef>
                <a:spcPts val="888"/>
              </a:spcBef>
            </a:pPr>
            <a:endParaRPr lang="en-US" altLang="en-US"/>
          </a:p>
          <a:p>
            <a:pPr>
              <a:spcBef>
                <a:spcPts val="888"/>
              </a:spcBef>
            </a:pPr>
            <a:r>
              <a:rPr lang="en-US" altLang="en-US"/>
              <a:t>Discussed Alpha, Beta and Acceptance testing.</a:t>
            </a:r>
          </a:p>
          <a:p>
            <a:pPr>
              <a:spcBef>
                <a:spcPts val="888"/>
              </a:spcBef>
            </a:pPr>
            <a:r>
              <a:rPr lang="en-US" altLang="en-US"/>
              <a:t>Briefly explained Smoke testing.</a:t>
            </a:r>
          </a:p>
          <a:p>
            <a:pPr>
              <a:spcBef>
                <a:spcPts val="888"/>
              </a:spcBef>
            </a:pPr>
            <a:r>
              <a:rPr lang="en-GB" altLang="en-US"/>
              <a:t>Explained various performance testing techniques.</a:t>
            </a:r>
          </a:p>
          <a:p>
            <a:pPr>
              <a:spcBef>
                <a:spcPts val="888"/>
              </a:spcBef>
            </a:pPr>
            <a:endParaRPr lang="en-GB" altLang="en-US"/>
          </a:p>
          <a:p>
            <a:pPr>
              <a:spcBef>
                <a:spcPts val="888"/>
              </a:spcBef>
            </a:pPr>
            <a:endParaRPr lang="en-GB" altLang="en-US"/>
          </a:p>
        </p:txBody>
      </p:sp>
      <p:sp>
        <p:nvSpPr>
          <p:cNvPr id="210946" name="Slide Number Placeholder 5">
            <a:extLst>
              <a:ext uri="{FF2B5EF4-FFF2-40B4-BE49-F238E27FC236}">
                <a16:creationId xmlns:a16="http://schemas.microsoft.com/office/drawing/2014/main" id="{08E3DAF6-B95A-FA5D-E262-5B589C81EE2F}"/>
              </a:ext>
            </a:extLst>
          </p:cNvPr>
          <p:cNvSpPr>
            <a:spLocks noGrp="1"/>
          </p:cNvSpPr>
          <p:nvPr>
            <p:ph type="sldNum" sz="quarter" idx="4"/>
          </p:nvPr>
        </p:nvSpPr>
        <p:spPr>
          <a:ln>
            <a:miter lim="800000"/>
            <a:headEnd/>
            <a:tailEnd/>
          </a:ln>
        </p:spPr>
        <p:txBody>
          <a:bodyPr/>
          <a:lstStyle>
            <a:lvl1pPr>
              <a:defRPr sz="2100">
                <a:solidFill>
                  <a:srgbClr val="000000"/>
                </a:solidFill>
                <a:latin typeface="Comic Sans MS" panose="030F0702030302020204" pitchFamily="66" charset="0"/>
              </a:defRPr>
            </a:lvl1pPr>
            <a:lvl2pPr marL="742950" indent="-285750">
              <a:defRPr sz="2100">
                <a:solidFill>
                  <a:srgbClr val="000000"/>
                </a:solidFill>
                <a:latin typeface="Comic Sans MS" panose="030F0702030302020204" pitchFamily="66" charset="0"/>
              </a:defRPr>
            </a:lvl2pPr>
            <a:lvl3pPr marL="1143000" indent="-228600">
              <a:defRPr sz="2100">
                <a:solidFill>
                  <a:srgbClr val="000000"/>
                </a:solidFill>
                <a:latin typeface="Comic Sans MS" panose="030F0702030302020204" pitchFamily="66" charset="0"/>
              </a:defRPr>
            </a:lvl3pPr>
            <a:lvl4pPr marL="1600200" indent="-228600">
              <a:defRPr sz="2100">
                <a:solidFill>
                  <a:srgbClr val="000000"/>
                </a:solidFill>
                <a:latin typeface="Comic Sans MS" panose="030F0702030302020204" pitchFamily="66" charset="0"/>
              </a:defRPr>
            </a:lvl4pPr>
            <a:lvl5pPr marL="2057400" indent="-228600">
              <a:defRPr sz="2100">
                <a:solidFill>
                  <a:srgbClr val="000000"/>
                </a:solidFill>
                <a:latin typeface="Comic Sans MS" panose="030F0702030302020204" pitchFamily="66" charset="0"/>
              </a:defRPr>
            </a:lvl5pPr>
            <a:lvl6pPr marL="2514600" indent="-228600" defTabSz="369888" eaLnBrk="0" fontAlgn="base" hangingPunct="0">
              <a:spcBef>
                <a:spcPct val="0"/>
              </a:spcBef>
              <a:spcAft>
                <a:spcPct val="0"/>
              </a:spcAft>
              <a:defRPr sz="2100">
                <a:solidFill>
                  <a:srgbClr val="000000"/>
                </a:solidFill>
                <a:latin typeface="Comic Sans MS" panose="030F0702030302020204" pitchFamily="66" charset="0"/>
              </a:defRPr>
            </a:lvl6pPr>
            <a:lvl7pPr marL="2971800" indent="-228600" defTabSz="369888" eaLnBrk="0" fontAlgn="base" hangingPunct="0">
              <a:spcBef>
                <a:spcPct val="0"/>
              </a:spcBef>
              <a:spcAft>
                <a:spcPct val="0"/>
              </a:spcAft>
              <a:defRPr sz="2100">
                <a:solidFill>
                  <a:srgbClr val="000000"/>
                </a:solidFill>
                <a:latin typeface="Comic Sans MS" panose="030F0702030302020204" pitchFamily="66" charset="0"/>
              </a:defRPr>
            </a:lvl7pPr>
            <a:lvl8pPr marL="3429000" indent="-228600" defTabSz="369888" eaLnBrk="0" fontAlgn="base" hangingPunct="0">
              <a:spcBef>
                <a:spcPct val="0"/>
              </a:spcBef>
              <a:spcAft>
                <a:spcPct val="0"/>
              </a:spcAft>
              <a:defRPr sz="2100">
                <a:solidFill>
                  <a:srgbClr val="000000"/>
                </a:solidFill>
                <a:latin typeface="Comic Sans MS" panose="030F0702030302020204" pitchFamily="66" charset="0"/>
              </a:defRPr>
            </a:lvl8pPr>
            <a:lvl9pPr marL="3886200" indent="-228600" defTabSz="369888" eaLnBrk="0" fontAlgn="base" hangingPunct="0">
              <a:spcBef>
                <a:spcPct val="0"/>
              </a:spcBef>
              <a:spcAft>
                <a:spcPct val="0"/>
              </a:spcAft>
              <a:defRPr sz="2100">
                <a:solidFill>
                  <a:srgbClr val="000000"/>
                </a:solidFill>
                <a:latin typeface="Comic Sans MS" panose="030F0702030302020204" pitchFamily="66" charset="0"/>
              </a:defRPr>
            </a:lvl9pPr>
          </a:lstStyle>
          <a:p>
            <a:fld id="{0CC75538-9412-4454-A917-EABEC3D8EE47}" type="slidenum">
              <a:rPr lang="en-US" altLang="en-US" sz="1100">
                <a:solidFill>
                  <a:srgbClr val="B5A788"/>
                </a:solidFill>
              </a:rPr>
              <a:pPr/>
              <a:t>35</a:t>
            </a:fld>
            <a:endParaRPr lang="en-US" altLang="en-US" sz="1100">
              <a:solidFill>
                <a:srgbClr val="B5A788"/>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5113D4-2A96-CCA1-6C94-643FEF150095}"/>
              </a:ext>
            </a:extLst>
          </p:cNvPr>
          <p:cNvSpPr txBox="1"/>
          <p:nvPr/>
        </p:nvSpPr>
        <p:spPr>
          <a:xfrm>
            <a:off x="1127125" y="209550"/>
            <a:ext cx="7864475" cy="646113"/>
          </a:xfrm>
          <a:prstGeom prst="rect">
            <a:avLst/>
          </a:prstGeom>
        </p:spPr>
        <p:txBody>
          <a:bodyPr lIns="15119" tIns="39308" rIns="15119" bIns="39308" anchor="ctr"/>
          <a:lstStyle>
            <a:lvl1pPr algn="ctr" fontAlgn="base">
              <a:spcBef>
                <a:spcPts val="806"/>
              </a:spcBef>
              <a:spcAft>
                <a:spcPct val="0"/>
              </a:spcAft>
              <a:defRPr sz="3600">
                <a:solidFill>
                  <a:srgbClr val="572314"/>
                </a:solidFill>
                <a:effectLst>
                  <a:outerShdw blurRad="50000" dist="30000" dir="5400000" algn="tl" rotWithShape="0">
                    <a:srgbClr val="000000">
                      <a:alpha val="30000"/>
                    </a:srgbClr>
                  </a:outerShdw>
                </a:effectLst>
                <a:latin typeface="+mj-lt"/>
                <a:ea typeface="+mj-ea"/>
                <a:cs typeface="+mj-cs"/>
              </a:defRPr>
            </a:lvl1pPr>
            <a:lvl2pPr fontAlgn="base">
              <a:spcBef>
                <a:spcPct val="0"/>
              </a:spcBef>
              <a:spcAft>
                <a:spcPct val="0"/>
              </a:spcAft>
              <a:defRPr sz="4300">
                <a:solidFill>
                  <a:srgbClr val="572314"/>
                </a:solidFill>
                <a:latin typeface="Gill Sans MT" pitchFamily="34" charset="0"/>
              </a:defRPr>
            </a:lvl2pPr>
            <a:lvl3pPr fontAlgn="base">
              <a:spcBef>
                <a:spcPct val="0"/>
              </a:spcBef>
              <a:spcAft>
                <a:spcPct val="0"/>
              </a:spcAft>
              <a:defRPr sz="4300">
                <a:solidFill>
                  <a:srgbClr val="572314"/>
                </a:solidFill>
                <a:latin typeface="Gill Sans MT" pitchFamily="34" charset="0"/>
              </a:defRPr>
            </a:lvl3pPr>
            <a:lvl4pPr fontAlgn="base">
              <a:spcBef>
                <a:spcPct val="0"/>
              </a:spcBef>
              <a:spcAft>
                <a:spcPct val="0"/>
              </a:spcAft>
              <a:defRPr sz="4300">
                <a:solidFill>
                  <a:srgbClr val="572314"/>
                </a:solidFill>
                <a:latin typeface="Gill Sans MT" pitchFamily="34" charset="0"/>
              </a:defRPr>
            </a:lvl4pPr>
            <a:lvl5pPr fontAlgn="base">
              <a:spcBef>
                <a:spcPct val="0"/>
              </a:spcBef>
              <a:spcAft>
                <a:spcPct val="0"/>
              </a:spcAft>
              <a:defRPr sz="4300">
                <a:solidFill>
                  <a:srgbClr val="572314"/>
                </a:solidFill>
                <a:latin typeface="Gill Sans MT" pitchFamily="34" charset="0"/>
              </a:defRPr>
            </a:lvl5pPr>
            <a:lvl6pPr marL="457200" fontAlgn="base">
              <a:spcBef>
                <a:spcPct val="0"/>
              </a:spcBef>
              <a:spcAft>
                <a:spcPct val="0"/>
              </a:spcAft>
              <a:defRPr sz="4300">
                <a:solidFill>
                  <a:srgbClr val="572314"/>
                </a:solidFill>
                <a:latin typeface="Gill Sans MT" pitchFamily="34" charset="0"/>
              </a:defRPr>
            </a:lvl6pPr>
            <a:lvl7pPr marL="914400" fontAlgn="base">
              <a:spcBef>
                <a:spcPct val="0"/>
              </a:spcBef>
              <a:spcAft>
                <a:spcPct val="0"/>
              </a:spcAft>
              <a:defRPr sz="4300">
                <a:solidFill>
                  <a:srgbClr val="572314"/>
                </a:solidFill>
                <a:latin typeface="Gill Sans MT" pitchFamily="34" charset="0"/>
              </a:defRPr>
            </a:lvl7pPr>
            <a:lvl8pPr marL="1371600" fontAlgn="base">
              <a:spcBef>
                <a:spcPct val="0"/>
              </a:spcBef>
              <a:spcAft>
                <a:spcPct val="0"/>
              </a:spcAft>
              <a:defRPr sz="4300">
                <a:solidFill>
                  <a:srgbClr val="572314"/>
                </a:solidFill>
                <a:latin typeface="Gill Sans MT" pitchFamily="34" charset="0"/>
              </a:defRPr>
            </a:lvl8pPr>
            <a:lvl9pPr marL="1828800" fontAlgn="base">
              <a:spcBef>
                <a:spcPct val="0"/>
              </a:spcBef>
              <a:spcAft>
                <a:spcPct val="0"/>
              </a:spcAft>
              <a:defRPr sz="4300">
                <a:solidFill>
                  <a:srgbClr val="572314"/>
                </a:solidFill>
                <a:latin typeface="Gill Sans MT" pitchFamily="34" charset="0"/>
              </a:defRPr>
            </a:lvl9pPr>
            <a:extLst/>
          </a:lstStyle>
          <a:p>
            <a:pPr>
              <a:defRPr/>
            </a:pPr>
            <a:r>
              <a:rPr lang="en-US" altLang="en-US" sz="3200" dirty="0"/>
              <a:t>References </a:t>
            </a:r>
          </a:p>
        </p:txBody>
      </p:sp>
      <p:sp>
        <p:nvSpPr>
          <p:cNvPr id="3" name="Rectangle 2">
            <a:extLst>
              <a:ext uri="{FF2B5EF4-FFF2-40B4-BE49-F238E27FC236}">
                <a16:creationId xmlns:a16="http://schemas.microsoft.com/office/drawing/2014/main" id="{63D14BE8-522E-6A62-1960-23D41D35924F}"/>
              </a:ext>
            </a:extLst>
          </p:cNvPr>
          <p:cNvSpPr/>
          <p:nvPr/>
        </p:nvSpPr>
        <p:spPr>
          <a:xfrm>
            <a:off x="1143000" y="1047750"/>
            <a:ext cx="7848600" cy="3397250"/>
          </a:xfrm>
          <a:prstGeom prst="rect">
            <a:avLst/>
          </a:prstGeom>
        </p:spPr>
        <p:txBody>
          <a:bodyPr lIns="102404" tIns="51202" rIns="102404" bIns="51202">
            <a:spAutoFit/>
          </a:bodyPr>
          <a:lstStyle/>
          <a:p>
            <a:pPr marL="384015" indent="-384015" algn="just">
              <a:buFont typeface="+mj-lt"/>
              <a:buAutoNum type="arabicPeriod"/>
              <a:defRPr/>
            </a:pPr>
            <a:r>
              <a:rPr lang="en-GB" altLang="en-US" sz="2800" dirty="0" err="1">
                <a:latin typeface="+mn-lt"/>
              </a:rPr>
              <a:t>Rajib</a:t>
            </a:r>
            <a:r>
              <a:rPr lang="en-GB" altLang="en-US" sz="2800" dirty="0">
                <a:latin typeface="+mn-lt"/>
              </a:rPr>
              <a:t> Mall, Fundamentals of Software Engineering, (Chapter – 10), Fifth Edition, PHI Learning Pvt. Ltd., 2018.</a:t>
            </a:r>
          </a:p>
          <a:p>
            <a:pPr marL="384015" indent="-384015" algn="just">
              <a:buFont typeface="+mj-lt"/>
              <a:buAutoNum type="arabicPeriod"/>
              <a:defRPr/>
            </a:pPr>
            <a:r>
              <a:rPr lang="en-GB" altLang="en-US" sz="2800" dirty="0" err="1">
                <a:latin typeface="+mn-lt"/>
              </a:rPr>
              <a:t>Naresh</a:t>
            </a:r>
            <a:r>
              <a:rPr lang="en-GB" altLang="en-US" sz="2800" dirty="0">
                <a:latin typeface="+mn-lt"/>
              </a:rPr>
              <a:t> </a:t>
            </a:r>
            <a:r>
              <a:rPr lang="en-GB" altLang="en-US" sz="2800" dirty="0" err="1">
                <a:latin typeface="+mn-lt"/>
              </a:rPr>
              <a:t>Chauhan</a:t>
            </a:r>
            <a:r>
              <a:rPr lang="en-GB" altLang="en-US" sz="2800" dirty="0">
                <a:latin typeface="+mn-lt"/>
              </a:rPr>
              <a:t>, Software Testing: Principles and Practices, (Chapter – 7), Second Edition, Oxford University Press,  2016.</a:t>
            </a:r>
          </a:p>
          <a:p>
            <a:pPr marL="384015" indent="-384015" algn="just">
              <a:buFont typeface="+mj-lt"/>
              <a:buAutoNum type="arabicPeriod"/>
              <a:defRPr/>
            </a:pPr>
            <a:endParaRPr lang="en-GB" altLang="en-US" sz="2800" dirty="0">
              <a:latin typeface="+mn-lt"/>
            </a:endParaRPr>
          </a:p>
          <a:p>
            <a:pPr algn="just">
              <a:defRPr/>
            </a:pPr>
            <a:endParaRPr lang="en-GB" altLang="en-US" dirty="0">
              <a:solidFill>
                <a:prstClr val="black"/>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0CA9FB59-0460-E65A-C3A4-2710DD48405F}"/>
              </a:ext>
            </a:extLst>
          </p:cNvPr>
          <p:cNvSpPr>
            <a:spLocks noGrp="1"/>
          </p:cNvSpPr>
          <p:nvPr>
            <p:ph idx="1"/>
          </p:nvPr>
        </p:nvSpPr>
        <p:spPr>
          <a:xfrm>
            <a:off x="1219200" y="1962150"/>
            <a:ext cx="7499350" cy="2438400"/>
          </a:xfrm>
        </p:spPr>
        <p:txBody>
          <a:bodyPr/>
          <a:lstStyle/>
          <a:p>
            <a:pPr marL="73025" indent="0" algn="ctr" eaLnBrk="1" hangingPunct="1">
              <a:buFont typeface="Wingdings 2" panose="05020102010507070707" pitchFamily="18" charset="2"/>
              <a:buNone/>
            </a:pPr>
            <a:r>
              <a:rPr lang="en-IN" altLang="en-US" sz="4800"/>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7ED58A85A796449BBD3B81601E2D75" ma:contentTypeVersion="2" ma:contentTypeDescription="Create a new document." ma:contentTypeScope="" ma:versionID="7a80211e67dc5eff737ad815ad8bfc69">
  <xsd:schema xmlns:xsd="http://www.w3.org/2001/XMLSchema" xmlns:xs="http://www.w3.org/2001/XMLSchema" xmlns:p="http://schemas.microsoft.com/office/2006/metadata/properties" xmlns:ns2="e16f1f74-0040-4e09-b045-6473ea824ee0" targetNamespace="http://schemas.microsoft.com/office/2006/metadata/properties" ma:root="true" ma:fieldsID="609a2d98ef4e1edbb864db9af53991fb" ns2:_="">
    <xsd:import namespace="e16f1f74-0040-4e09-b045-6473ea824ee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6f1f74-0040-4e09-b045-6473ea824e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515292-929A-4815-81AD-E75DA1531F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6f1f74-0040-4e09-b045-6473ea824e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910B69D-3604-483F-BCD4-6B268F9324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Solstice</Template>
  <TotalTime>21250</TotalTime>
  <Words>1524</Words>
  <Application>Microsoft Office PowerPoint</Application>
  <PresentationFormat>On-screen Show (16:9)</PresentationFormat>
  <Paragraphs>168</Paragraphs>
  <Slides>37</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Comic Sans MS</vt:lpstr>
      <vt:lpstr>Arial</vt:lpstr>
      <vt:lpstr>Gill Sans MT</vt:lpstr>
      <vt:lpstr>Wingdings 2</vt:lpstr>
      <vt:lpstr>Verdana</vt:lpstr>
      <vt:lpstr>Times New Roman</vt:lpstr>
      <vt:lpstr>Calibri</vt:lpstr>
      <vt:lpstr>Arial Black</vt:lpstr>
      <vt:lpstr>Solstice</vt:lpstr>
      <vt:lpstr>PowerPoint Presentation</vt:lpstr>
      <vt:lpstr>System Testing</vt:lpstr>
      <vt:lpstr>Alpha Testing</vt:lpstr>
      <vt:lpstr>Entry Criteria to Alpha </vt:lpstr>
      <vt:lpstr>Exit Criteria from Alpha </vt:lpstr>
      <vt:lpstr>Beta Testing</vt:lpstr>
      <vt:lpstr>Entry Criteria to Beta </vt:lpstr>
      <vt:lpstr>Guidelines for Beta Testing </vt:lpstr>
      <vt:lpstr>Exit Criteria from Beta </vt:lpstr>
      <vt:lpstr>Acceptance Testing</vt:lpstr>
      <vt:lpstr>Acceptance Testing        cont…</vt:lpstr>
      <vt:lpstr>Acceptance Testing        cont…</vt:lpstr>
      <vt:lpstr>Acceptance Testing        cont…</vt:lpstr>
      <vt:lpstr>Acceptance Testing        cont…</vt:lpstr>
      <vt:lpstr>Acceptance Testing        cont…</vt:lpstr>
      <vt:lpstr>Entry Criteria to  Acceptance </vt:lpstr>
      <vt:lpstr>Exit Criteria from Acceptance </vt:lpstr>
      <vt:lpstr>PowerPoint Presentation</vt:lpstr>
      <vt:lpstr>PowerPoint Presentation</vt:lpstr>
      <vt:lpstr>Smoke  testing</vt:lpstr>
      <vt:lpstr>Performance Testing</vt:lpstr>
      <vt:lpstr>Stress Testing</vt:lpstr>
      <vt:lpstr>Stress Testing</vt:lpstr>
      <vt:lpstr>Stress Testing</vt:lpstr>
      <vt:lpstr>Stress Testing</vt:lpstr>
      <vt:lpstr>Volume Testing</vt:lpstr>
      <vt:lpstr>Configuration Testing</vt:lpstr>
      <vt:lpstr>Compatibility Testing</vt:lpstr>
      <vt:lpstr>Compatibility testing Example</vt:lpstr>
      <vt:lpstr>Recovery Testing</vt:lpstr>
      <vt:lpstr>Maintenance Testing</vt:lpstr>
      <vt:lpstr>Maintenance Testing</vt:lpstr>
      <vt:lpstr>Documentation tests</vt:lpstr>
      <vt:lpstr>Documentation tests</vt:lpstr>
      <vt:lpstr>Summary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Internetworking</dc:title>
  <dc:creator>D7</dc:creator>
  <cp:lastModifiedBy>AMIYA CHOWDHURY</cp:lastModifiedBy>
  <cp:revision>949</cp:revision>
  <dcterms:modified xsi:type="dcterms:W3CDTF">2026-04-07T12:07:45Z</dcterms:modified>
</cp:coreProperties>
</file>